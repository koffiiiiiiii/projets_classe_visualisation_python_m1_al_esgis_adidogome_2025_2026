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106272-9AB5-A139-F9DB-2EE33C52E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48C23C-CD21-E1A2-B807-228342D56C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70F4BA-A577-0052-FD5B-65F2B911A2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7A2754-7A8F-5B4A-6E37-47CECEB77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9397A-416D-809F-FB60-5DB4C2BDAC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01D408-512F-44C3-ED7D-57157CD66F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33C545-9CB1-7720-5DE3-3DBA63A7E6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6603B7-3556-1016-5FAC-19F28C068E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9949E4-7A0E-55E5-983C-9C315E1F23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FC6FE8-A4EC-F869-6AD8-46115F7F8D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EB1353-E44E-BBC8-BD44-AE0DCD42B9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A3AC7-D913-AA96-4F17-E6124765C9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DA22FD-7DDA-3E5F-869D-82C132E973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14D94B-D4C5-15CA-4C8C-78567085B8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9E10A6-54AB-F661-1118-B4C54CB0E3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12BE8D-4874-FAEE-523A-520D083412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6B82B8-7AC6-2770-4702-1F236A7B25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8D5A4-9F66-7715-1201-40B7A0C665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9A43F1-2896-8075-246F-513FB7B27E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1C00F3-B129-BAB6-3BB6-FB527AADBA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7F3B6E-1B41-ADB4-6A81-9A4BFD5AA5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9C1AF8-29F7-41F9-A880-92D29A5BA3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46699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195057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751582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118039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97521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517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19205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94344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710743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08716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03368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50392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54688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259471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105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7179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934755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46777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49414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520119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541990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0998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56385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764151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792030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29121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32788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8765232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467693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5471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545169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2550648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332485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63535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7698525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774866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21244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796133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59471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46972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43469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95240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6314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58352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310362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58478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81359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03324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8231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213925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93661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287563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14906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21755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29364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45701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144783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81274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48869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86700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431293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7211594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53230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974861" name="Rectangle 1"/>
          <p:cNvSpPr/>
          <p:nvPr/>
        </p:nvSpPr>
        <p:spPr bwMode="auto">
          <a:xfrm>
            <a:off x="0" y="-4571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5286119" name="Oval 2"/>
          <p:cNvSpPr/>
          <p:nvPr/>
        </p:nvSpPr>
        <p:spPr bwMode="auto">
          <a:xfrm>
            <a:off x="-2743200" y="-2747772"/>
            <a:ext cx="8229600" cy="8229600"/>
          </a:xfrm>
          <a:prstGeom prst="ellipse">
            <a:avLst/>
          </a:prstGeom>
          <a:solidFill>
            <a:srgbClr val="2A336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1039074" name="Oval 3"/>
          <p:cNvSpPr/>
          <p:nvPr/>
        </p:nvSpPr>
        <p:spPr bwMode="auto">
          <a:xfrm>
            <a:off x="8229600" y="3653028"/>
            <a:ext cx="6400800" cy="6400800"/>
          </a:xfrm>
          <a:prstGeom prst="ellipse">
            <a:avLst/>
          </a:prstGeom>
          <a:solidFill>
            <a:srgbClr val="00E5B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378278" name="Oval 4"/>
          <p:cNvSpPr/>
          <p:nvPr/>
        </p:nvSpPr>
        <p:spPr bwMode="auto">
          <a:xfrm>
            <a:off x="9601200" y="72694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8163097" name="Oval 5"/>
          <p:cNvSpPr/>
          <p:nvPr/>
        </p:nvSpPr>
        <p:spPr bwMode="auto">
          <a:xfrm>
            <a:off x="9601200" y="98298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6278353" name="Oval 6"/>
          <p:cNvSpPr/>
          <p:nvPr/>
        </p:nvSpPr>
        <p:spPr bwMode="auto">
          <a:xfrm>
            <a:off x="9601200" y="123901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3712557" name="Oval 7"/>
          <p:cNvSpPr/>
          <p:nvPr/>
        </p:nvSpPr>
        <p:spPr bwMode="auto">
          <a:xfrm>
            <a:off x="9601200" y="149504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390830" name="Oval 8"/>
          <p:cNvSpPr/>
          <p:nvPr/>
        </p:nvSpPr>
        <p:spPr bwMode="auto">
          <a:xfrm>
            <a:off x="9601200" y="175107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4266202" name="Oval 9"/>
          <p:cNvSpPr/>
          <p:nvPr/>
        </p:nvSpPr>
        <p:spPr bwMode="auto">
          <a:xfrm>
            <a:off x="9601200" y="200710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9178619" name="Oval 10"/>
          <p:cNvSpPr/>
          <p:nvPr/>
        </p:nvSpPr>
        <p:spPr bwMode="auto">
          <a:xfrm>
            <a:off x="9601200" y="226314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314705" name="Oval 11"/>
          <p:cNvSpPr/>
          <p:nvPr/>
        </p:nvSpPr>
        <p:spPr bwMode="auto">
          <a:xfrm>
            <a:off x="9601200" y="251917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0958500" name="Oval 12"/>
          <p:cNvSpPr/>
          <p:nvPr/>
        </p:nvSpPr>
        <p:spPr bwMode="auto">
          <a:xfrm>
            <a:off x="9601200" y="277520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9391461" name="Oval 13"/>
          <p:cNvSpPr/>
          <p:nvPr/>
        </p:nvSpPr>
        <p:spPr bwMode="auto">
          <a:xfrm>
            <a:off x="9601200" y="3031235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190181" name="Oval 14"/>
          <p:cNvSpPr/>
          <p:nvPr/>
        </p:nvSpPr>
        <p:spPr bwMode="auto">
          <a:xfrm>
            <a:off x="9601200" y="328726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124822" name="Oval 15"/>
          <p:cNvSpPr/>
          <p:nvPr/>
        </p:nvSpPr>
        <p:spPr bwMode="auto">
          <a:xfrm>
            <a:off x="9601200" y="354330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2857197" name="Oval 16"/>
          <p:cNvSpPr/>
          <p:nvPr/>
        </p:nvSpPr>
        <p:spPr bwMode="auto">
          <a:xfrm>
            <a:off x="9601200" y="379933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0360240" name="Oval 17"/>
          <p:cNvSpPr/>
          <p:nvPr/>
        </p:nvSpPr>
        <p:spPr bwMode="auto">
          <a:xfrm>
            <a:off x="9601200" y="405536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9194437" name="Oval 18"/>
          <p:cNvSpPr/>
          <p:nvPr/>
        </p:nvSpPr>
        <p:spPr bwMode="auto">
          <a:xfrm>
            <a:off x="9601200" y="431139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0975607" name="Oval 19"/>
          <p:cNvSpPr/>
          <p:nvPr/>
        </p:nvSpPr>
        <p:spPr bwMode="auto">
          <a:xfrm>
            <a:off x="9601200" y="456742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6889881" name="Oval 20"/>
          <p:cNvSpPr/>
          <p:nvPr/>
        </p:nvSpPr>
        <p:spPr bwMode="auto">
          <a:xfrm>
            <a:off x="9601200" y="482346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2621571" name="Oval 21"/>
          <p:cNvSpPr/>
          <p:nvPr/>
        </p:nvSpPr>
        <p:spPr bwMode="auto">
          <a:xfrm>
            <a:off x="9601200" y="5079491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9244615" name="Oval 22"/>
          <p:cNvSpPr/>
          <p:nvPr/>
        </p:nvSpPr>
        <p:spPr bwMode="auto">
          <a:xfrm>
            <a:off x="9857232" y="72694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6553886" name="Oval 23"/>
          <p:cNvSpPr/>
          <p:nvPr/>
        </p:nvSpPr>
        <p:spPr bwMode="auto">
          <a:xfrm>
            <a:off x="9857232" y="98298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6643818" name="Oval 24"/>
          <p:cNvSpPr/>
          <p:nvPr/>
        </p:nvSpPr>
        <p:spPr bwMode="auto">
          <a:xfrm>
            <a:off x="9857232" y="123901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6699969" name="Oval 25"/>
          <p:cNvSpPr/>
          <p:nvPr/>
        </p:nvSpPr>
        <p:spPr bwMode="auto">
          <a:xfrm>
            <a:off x="9857232" y="149504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8397369" name="Oval 26"/>
          <p:cNvSpPr/>
          <p:nvPr/>
        </p:nvSpPr>
        <p:spPr bwMode="auto">
          <a:xfrm>
            <a:off x="9857232" y="175107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9221163" name="Oval 27"/>
          <p:cNvSpPr/>
          <p:nvPr/>
        </p:nvSpPr>
        <p:spPr bwMode="auto">
          <a:xfrm>
            <a:off x="9857232" y="200710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367164" name="Oval 28"/>
          <p:cNvSpPr/>
          <p:nvPr/>
        </p:nvSpPr>
        <p:spPr bwMode="auto">
          <a:xfrm>
            <a:off x="9857232" y="226314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9024793" name="Oval 29"/>
          <p:cNvSpPr/>
          <p:nvPr/>
        </p:nvSpPr>
        <p:spPr bwMode="auto">
          <a:xfrm>
            <a:off x="9857232" y="251917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6800865" name="Oval 30"/>
          <p:cNvSpPr/>
          <p:nvPr/>
        </p:nvSpPr>
        <p:spPr bwMode="auto">
          <a:xfrm>
            <a:off x="9857232" y="277520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2349906" name="Oval 31"/>
          <p:cNvSpPr/>
          <p:nvPr/>
        </p:nvSpPr>
        <p:spPr bwMode="auto">
          <a:xfrm>
            <a:off x="9857232" y="3031235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8123129" name="Oval 32"/>
          <p:cNvSpPr/>
          <p:nvPr/>
        </p:nvSpPr>
        <p:spPr bwMode="auto">
          <a:xfrm>
            <a:off x="9857232" y="328726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8286409" name="Oval 33"/>
          <p:cNvSpPr/>
          <p:nvPr/>
        </p:nvSpPr>
        <p:spPr bwMode="auto">
          <a:xfrm>
            <a:off x="9857232" y="354330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54102" name="Oval 34"/>
          <p:cNvSpPr/>
          <p:nvPr/>
        </p:nvSpPr>
        <p:spPr bwMode="auto">
          <a:xfrm>
            <a:off x="9857232" y="379933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5820778" name="Oval 35"/>
          <p:cNvSpPr/>
          <p:nvPr/>
        </p:nvSpPr>
        <p:spPr bwMode="auto">
          <a:xfrm>
            <a:off x="9857232" y="405536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0086186" name="Oval 36"/>
          <p:cNvSpPr/>
          <p:nvPr/>
        </p:nvSpPr>
        <p:spPr bwMode="auto">
          <a:xfrm>
            <a:off x="9857232" y="431139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8223981" name="Oval 37"/>
          <p:cNvSpPr/>
          <p:nvPr/>
        </p:nvSpPr>
        <p:spPr bwMode="auto">
          <a:xfrm>
            <a:off x="9857232" y="456742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5236334" name="Oval 38"/>
          <p:cNvSpPr/>
          <p:nvPr/>
        </p:nvSpPr>
        <p:spPr bwMode="auto">
          <a:xfrm>
            <a:off x="9857232" y="482346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8629416" name="Oval 39"/>
          <p:cNvSpPr/>
          <p:nvPr/>
        </p:nvSpPr>
        <p:spPr bwMode="auto">
          <a:xfrm>
            <a:off x="9857232" y="5079491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889119" name="Oval 40"/>
          <p:cNvSpPr/>
          <p:nvPr/>
        </p:nvSpPr>
        <p:spPr bwMode="auto">
          <a:xfrm>
            <a:off x="10113263" y="72694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1447" name="Oval 41"/>
          <p:cNvSpPr/>
          <p:nvPr/>
        </p:nvSpPr>
        <p:spPr bwMode="auto">
          <a:xfrm>
            <a:off x="10113263" y="98298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4796584" name="Oval 42"/>
          <p:cNvSpPr/>
          <p:nvPr/>
        </p:nvSpPr>
        <p:spPr bwMode="auto">
          <a:xfrm>
            <a:off x="10113263" y="123901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4285840" name="Oval 43"/>
          <p:cNvSpPr/>
          <p:nvPr/>
        </p:nvSpPr>
        <p:spPr bwMode="auto">
          <a:xfrm>
            <a:off x="10113263" y="149504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2754298" name="Oval 44"/>
          <p:cNvSpPr/>
          <p:nvPr/>
        </p:nvSpPr>
        <p:spPr bwMode="auto">
          <a:xfrm>
            <a:off x="10113263" y="175107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571185" name="Oval 45"/>
          <p:cNvSpPr/>
          <p:nvPr/>
        </p:nvSpPr>
        <p:spPr bwMode="auto">
          <a:xfrm>
            <a:off x="10113263" y="200710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0702066" name="Oval 46"/>
          <p:cNvSpPr/>
          <p:nvPr/>
        </p:nvSpPr>
        <p:spPr bwMode="auto">
          <a:xfrm>
            <a:off x="10113263" y="226314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4395565" name="Oval 47"/>
          <p:cNvSpPr/>
          <p:nvPr/>
        </p:nvSpPr>
        <p:spPr bwMode="auto">
          <a:xfrm>
            <a:off x="10113263" y="251917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4524883" name="Oval 48"/>
          <p:cNvSpPr/>
          <p:nvPr/>
        </p:nvSpPr>
        <p:spPr bwMode="auto">
          <a:xfrm>
            <a:off x="10113263" y="277520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8454189" name="Oval 49"/>
          <p:cNvSpPr/>
          <p:nvPr/>
        </p:nvSpPr>
        <p:spPr bwMode="auto">
          <a:xfrm>
            <a:off x="10113263" y="3031235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6148577" name="Oval 50"/>
          <p:cNvSpPr/>
          <p:nvPr/>
        </p:nvSpPr>
        <p:spPr bwMode="auto">
          <a:xfrm>
            <a:off x="10113263" y="328726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4377146" name="Oval 51"/>
          <p:cNvSpPr/>
          <p:nvPr/>
        </p:nvSpPr>
        <p:spPr bwMode="auto">
          <a:xfrm>
            <a:off x="10113263" y="354330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2909385" name="Oval 52"/>
          <p:cNvSpPr/>
          <p:nvPr/>
        </p:nvSpPr>
        <p:spPr bwMode="auto">
          <a:xfrm>
            <a:off x="10113263" y="379933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6094798" name="Oval 53"/>
          <p:cNvSpPr/>
          <p:nvPr/>
        </p:nvSpPr>
        <p:spPr bwMode="auto">
          <a:xfrm>
            <a:off x="10113263" y="405536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6067295" name="Oval 54"/>
          <p:cNvSpPr/>
          <p:nvPr/>
        </p:nvSpPr>
        <p:spPr bwMode="auto">
          <a:xfrm>
            <a:off x="10113263" y="431139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6097568" name="Oval 55"/>
          <p:cNvSpPr/>
          <p:nvPr/>
        </p:nvSpPr>
        <p:spPr bwMode="auto">
          <a:xfrm>
            <a:off x="10113263" y="456742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9841981" name="Oval 56"/>
          <p:cNvSpPr/>
          <p:nvPr/>
        </p:nvSpPr>
        <p:spPr bwMode="auto">
          <a:xfrm>
            <a:off x="10113263" y="482346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1764893" name="Oval 57"/>
          <p:cNvSpPr/>
          <p:nvPr/>
        </p:nvSpPr>
        <p:spPr bwMode="auto">
          <a:xfrm>
            <a:off x="10113263" y="5079491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7874865" name="Oval 58"/>
          <p:cNvSpPr/>
          <p:nvPr/>
        </p:nvSpPr>
        <p:spPr bwMode="auto">
          <a:xfrm>
            <a:off x="10369296" y="72694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8785043" name="Oval 59"/>
          <p:cNvSpPr/>
          <p:nvPr/>
        </p:nvSpPr>
        <p:spPr bwMode="auto">
          <a:xfrm>
            <a:off x="10369296" y="98298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657091" name="Oval 60"/>
          <p:cNvSpPr/>
          <p:nvPr/>
        </p:nvSpPr>
        <p:spPr bwMode="auto">
          <a:xfrm>
            <a:off x="10369296" y="123901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5381063" name="Oval 61"/>
          <p:cNvSpPr/>
          <p:nvPr/>
        </p:nvSpPr>
        <p:spPr bwMode="auto">
          <a:xfrm>
            <a:off x="10369296" y="149504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5678295" name="Oval 62"/>
          <p:cNvSpPr/>
          <p:nvPr/>
        </p:nvSpPr>
        <p:spPr bwMode="auto">
          <a:xfrm>
            <a:off x="10369296" y="175107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6699577" name="Oval 63"/>
          <p:cNvSpPr/>
          <p:nvPr/>
        </p:nvSpPr>
        <p:spPr bwMode="auto">
          <a:xfrm>
            <a:off x="10369296" y="200710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0667303" name="Oval 64"/>
          <p:cNvSpPr/>
          <p:nvPr/>
        </p:nvSpPr>
        <p:spPr bwMode="auto">
          <a:xfrm>
            <a:off x="10369296" y="226314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6831345" name="Oval 65"/>
          <p:cNvSpPr/>
          <p:nvPr/>
        </p:nvSpPr>
        <p:spPr bwMode="auto">
          <a:xfrm>
            <a:off x="10369296" y="251917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065153" name="Oval 66"/>
          <p:cNvSpPr/>
          <p:nvPr/>
        </p:nvSpPr>
        <p:spPr bwMode="auto">
          <a:xfrm>
            <a:off x="10369296" y="277520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9997792" name="Oval 67"/>
          <p:cNvSpPr/>
          <p:nvPr/>
        </p:nvSpPr>
        <p:spPr bwMode="auto">
          <a:xfrm>
            <a:off x="10369296" y="3031235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3259739" name="Oval 68"/>
          <p:cNvSpPr/>
          <p:nvPr/>
        </p:nvSpPr>
        <p:spPr bwMode="auto">
          <a:xfrm>
            <a:off x="10369296" y="328726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5773382" name="Oval 69"/>
          <p:cNvSpPr/>
          <p:nvPr/>
        </p:nvSpPr>
        <p:spPr bwMode="auto">
          <a:xfrm>
            <a:off x="10369296" y="354330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8907644" name="Oval 70"/>
          <p:cNvSpPr/>
          <p:nvPr/>
        </p:nvSpPr>
        <p:spPr bwMode="auto">
          <a:xfrm>
            <a:off x="10369296" y="379933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8579178" name="Oval 71"/>
          <p:cNvSpPr/>
          <p:nvPr/>
        </p:nvSpPr>
        <p:spPr bwMode="auto">
          <a:xfrm>
            <a:off x="10369296" y="405536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0624625" name="Oval 72"/>
          <p:cNvSpPr/>
          <p:nvPr/>
        </p:nvSpPr>
        <p:spPr bwMode="auto">
          <a:xfrm>
            <a:off x="10369296" y="431139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728706" name="Oval 73"/>
          <p:cNvSpPr/>
          <p:nvPr/>
        </p:nvSpPr>
        <p:spPr bwMode="auto">
          <a:xfrm>
            <a:off x="10369296" y="456742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5140925" name="Oval 74"/>
          <p:cNvSpPr/>
          <p:nvPr/>
        </p:nvSpPr>
        <p:spPr bwMode="auto">
          <a:xfrm>
            <a:off x="10369296" y="482346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3471666" name="Oval 75"/>
          <p:cNvSpPr/>
          <p:nvPr/>
        </p:nvSpPr>
        <p:spPr bwMode="auto">
          <a:xfrm>
            <a:off x="10369296" y="5079491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6227585" name="Oval 76"/>
          <p:cNvSpPr/>
          <p:nvPr/>
        </p:nvSpPr>
        <p:spPr bwMode="auto">
          <a:xfrm>
            <a:off x="10625328" y="72694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298899" name="Oval 77"/>
          <p:cNvSpPr/>
          <p:nvPr/>
        </p:nvSpPr>
        <p:spPr bwMode="auto">
          <a:xfrm>
            <a:off x="10625328" y="98298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4266041" name="Oval 78"/>
          <p:cNvSpPr/>
          <p:nvPr/>
        </p:nvSpPr>
        <p:spPr bwMode="auto">
          <a:xfrm>
            <a:off x="10625328" y="123901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3338443" name="Oval 79"/>
          <p:cNvSpPr/>
          <p:nvPr/>
        </p:nvSpPr>
        <p:spPr bwMode="auto">
          <a:xfrm>
            <a:off x="10625328" y="149504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2998786" name="Oval 80"/>
          <p:cNvSpPr/>
          <p:nvPr/>
        </p:nvSpPr>
        <p:spPr bwMode="auto">
          <a:xfrm>
            <a:off x="10625328" y="175107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6140595" name="Oval 81"/>
          <p:cNvSpPr/>
          <p:nvPr/>
        </p:nvSpPr>
        <p:spPr bwMode="auto">
          <a:xfrm>
            <a:off x="10625328" y="200710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96871" name="Oval 82"/>
          <p:cNvSpPr/>
          <p:nvPr/>
        </p:nvSpPr>
        <p:spPr bwMode="auto">
          <a:xfrm>
            <a:off x="10625328" y="226314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6681637" name="Oval 83"/>
          <p:cNvSpPr/>
          <p:nvPr/>
        </p:nvSpPr>
        <p:spPr bwMode="auto">
          <a:xfrm>
            <a:off x="10625328" y="251917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0037907" name="Oval 84"/>
          <p:cNvSpPr/>
          <p:nvPr/>
        </p:nvSpPr>
        <p:spPr bwMode="auto">
          <a:xfrm>
            <a:off x="10625328" y="277520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6856828" name="Oval 85"/>
          <p:cNvSpPr/>
          <p:nvPr/>
        </p:nvSpPr>
        <p:spPr bwMode="auto">
          <a:xfrm>
            <a:off x="10625328" y="3031235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0811425" name="Oval 86"/>
          <p:cNvSpPr/>
          <p:nvPr/>
        </p:nvSpPr>
        <p:spPr bwMode="auto">
          <a:xfrm>
            <a:off x="10625328" y="328726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9010024" name="Oval 87"/>
          <p:cNvSpPr/>
          <p:nvPr/>
        </p:nvSpPr>
        <p:spPr bwMode="auto">
          <a:xfrm>
            <a:off x="10625328" y="354330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5183119" name="Oval 88"/>
          <p:cNvSpPr/>
          <p:nvPr/>
        </p:nvSpPr>
        <p:spPr bwMode="auto">
          <a:xfrm>
            <a:off x="10625328" y="379933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0863216" name="Oval 89"/>
          <p:cNvSpPr/>
          <p:nvPr/>
        </p:nvSpPr>
        <p:spPr bwMode="auto">
          <a:xfrm>
            <a:off x="10625328" y="405536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262502" name="Oval 90"/>
          <p:cNvSpPr/>
          <p:nvPr/>
        </p:nvSpPr>
        <p:spPr bwMode="auto">
          <a:xfrm>
            <a:off x="10625328" y="431139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0498090" name="Oval 91"/>
          <p:cNvSpPr/>
          <p:nvPr/>
        </p:nvSpPr>
        <p:spPr bwMode="auto">
          <a:xfrm>
            <a:off x="10625328" y="456742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112482" name="Oval 92"/>
          <p:cNvSpPr/>
          <p:nvPr/>
        </p:nvSpPr>
        <p:spPr bwMode="auto">
          <a:xfrm>
            <a:off x="10625328" y="482346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534635" name="Oval 93"/>
          <p:cNvSpPr/>
          <p:nvPr/>
        </p:nvSpPr>
        <p:spPr bwMode="auto">
          <a:xfrm>
            <a:off x="10625328" y="5079491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3047094" name="Oval 94"/>
          <p:cNvSpPr/>
          <p:nvPr/>
        </p:nvSpPr>
        <p:spPr bwMode="auto">
          <a:xfrm>
            <a:off x="10881360" y="72694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2673852" name="Oval 95"/>
          <p:cNvSpPr/>
          <p:nvPr/>
        </p:nvSpPr>
        <p:spPr bwMode="auto">
          <a:xfrm>
            <a:off x="10881360" y="98298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543803" name="Oval 96"/>
          <p:cNvSpPr/>
          <p:nvPr/>
        </p:nvSpPr>
        <p:spPr bwMode="auto">
          <a:xfrm>
            <a:off x="10881360" y="123901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1075295" name="Oval 97"/>
          <p:cNvSpPr/>
          <p:nvPr/>
        </p:nvSpPr>
        <p:spPr bwMode="auto">
          <a:xfrm>
            <a:off x="10881360" y="149504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4597398" name="Oval 98"/>
          <p:cNvSpPr/>
          <p:nvPr/>
        </p:nvSpPr>
        <p:spPr bwMode="auto">
          <a:xfrm>
            <a:off x="10881360" y="175107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732463" name="Oval 99"/>
          <p:cNvSpPr/>
          <p:nvPr/>
        </p:nvSpPr>
        <p:spPr bwMode="auto">
          <a:xfrm>
            <a:off x="10881360" y="200710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6550115" name="Oval 100"/>
          <p:cNvSpPr/>
          <p:nvPr/>
        </p:nvSpPr>
        <p:spPr bwMode="auto">
          <a:xfrm>
            <a:off x="10881360" y="226314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8562180" name="Oval 101"/>
          <p:cNvSpPr/>
          <p:nvPr/>
        </p:nvSpPr>
        <p:spPr bwMode="auto">
          <a:xfrm>
            <a:off x="10881360" y="251917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41259" name="Oval 102"/>
          <p:cNvSpPr/>
          <p:nvPr/>
        </p:nvSpPr>
        <p:spPr bwMode="auto">
          <a:xfrm>
            <a:off x="10881360" y="277520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4941529" name="Oval 103"/>
          <p:cNvSpPr/>
          <p:nvPr/>
        </p:nvSpPr>
        <p:spPr bwMode="auto">
          <a:xfrm>
            <a:off x="10881360" y="3031235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9087360" name="Oval 104"/>
          <p:cNvSpPr/>
          <p:nvPr/>
        </p:nvSpPr>
        <p:spPr bwMode="auto">
          <a:xfrm>
            <a:off x="10881360" y="328726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439005" name="Oval 105"/>
          <p:cNvSpPr/>
          <p:nvPr/>
        </p:nvSpPr>
        <p:spPr bwMode="auto">
          <a:xfrm>
            <a:off x="10881360" y="354330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8127459" name="Oval 106"/>
          <p:cNvSpPr/>
          <p:nvPr/>
        </p:nvSpPr>
        <p:spPr bwMode="auto">
          <a:xfrm>
            <a:off x="10881360" y="379933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2148922" name="Oval 107"/>
          <p:cNvSpPr/>
          <p:nvPr/>
        </p:nvSpPr>
        <p:spPr bwMode="auto">
          <a:xfrm>
            <a:off x="10881360" y="405536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1672149" name="Oval 108"/>
          <p:cNvSpPr/>
          <p:nvPr/>
        </p:nvSpPr>
        <p:spPr bwMode="auto">
          <a:xfrm>
            <a:off x="10881360" y="431139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7772694" name="Oval 109"/>
          <p:cNvSpPr/>
          <p:nvPr/>
        </p:nvSpPr>
        <p:spPr bwMode="auto">
          <a:xfrm>
            <a:off x="10881360" y="456742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1736089" name="Oval 110"/>
          <p:cNvSpPr/>
          <p:nvPr/>
        </p:nvSpPr>
        <p:spPr bwMode="auto">
          <a:xfrm>
            <a:off x="10881360" y="482346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2665335" name="Oval 111"/>
          <p:cNvSpPr/>
          <p:nvPr/>
        </p:nvSpPr>
        <p:spPr bwMode="auto">
          <a:xfrm>
            <a:off x="10881360" y="5079491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499296" name="Oval 112"/>
          <p:cNvSpPr/>
          <p:nvPr/>
        </p:nvSpPr>
        <p:spPr bwMode="auto">
          <a:xfrm>
            <a:off x="11137392" y="72694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155705" name="Oval 113"/>
          <p:cNvSpPr/>
          <p:nvPr/>
        </p:nvSpPr>
        <p:spPr bwMode="auto">
          <a:xfrm>
            <a:off x="11137392" y="98298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5461639" name="Oval 114"/>
          <p:cNvSpPr/>
          <p:nvPr/>
        </p:nvSpPr>
        <p:spPr bwMode="auto">
          <a:xfrm>
            <a:off x="11137392" y="123901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8872130" name="Oval 115"/>
          <p:cNvSpPr/>
          <p:nvPr/>
        </p:nvSpPr>
        <p:spPr bwMode="auto">
          <a:xfrm>
            <a:off x="11137392" y="149504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1492070" name="Oval 116"/>
          <p:cNvSpPr/>
          <p:nvPr/>
        </p:nvSpPr>
        <p:spPr bwMode="auto">
          <a:xfrm>
            <a:off x="11137392" y="175107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8682650" name="Oval 117"/>
          <p:cNvSpPr/>
          <p:nvPr/>
        </p:nvSpPr>
        <p:spPr bwMode="auto">
          <a:xfrm>
            <a:off x="11137392" y="200710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9424985" name="Oval 118"/>
          <p:cNvSpPr/>
          <p:nvPr/>
        </p:nvSpPr>
        <p:spPr bwMode="auto">
          <a:xfrm>
            <a:off x="11137392" y="226314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4875640" name="Oval 119"/>
          <p:cNvSpPr/>
          <p:nvPr/>
        </p:nvSpPr>
        <p:spPr bwMode="auto">
          <a:xfrm>
            <a:off x="11137392" y="251917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8297128" name="Oval 120"/>
          <p:cNvSpPr/>
          <p:nvPr/>
        </p:nvSpPr>
        <p:spPr bwMode="auto">
          <a:xfrm>
            <a:off x="11137392" y="277520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869279" name="Oval 121"/>
          <p:cNvSpPr/>
          <p:nvPr/>
        </p:nvSpPr>
        <p:spPr bwMode="auto">
          <a:xfrm>
            <a:off x="11137392" y="3031235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7969702" name="Oval 122"/>
          <p:cNvSpPr/>
          <p:nvPr/>
        </p:nvSpPr>
        <p:spPr bwMode="auto">
          <a:xfrm>
            <a:off x="11137392" y="328726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152057" name="Oval 123"/>
          <p:cNvSpPr/>
          <p:nvPr/>
        </p:nvSpPr>
        <p:spPr bwMode="auto">
          <a:xfrm>
            <a:off x="11137392" y="354330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2137892" name="Oval 124"/>
          <p:cNvSpPr/>
          <p:nvPr/>
        </p:nvSpPr>
        <p:spPr bwMode="auto">
          <a:xfrm>
            <a:off x="11137392" y="379933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324126" name="Oval 125"/>
          <p:cNvSpPr/>
          <p:nvPr/>
        </p:nvSpPr>
        <p:spPr bwMode="auto">
          <a:xfrm>
            <a:off x="11137392" y="405536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0176054" name="Oval 126"/>
          <p:cNvSpPr/>
          <p:nvPr/>
        </p:nvSpPr>
        <p:spPr bwMode="auto">
          <a:xfrm>
            <a:off x="11137392" y="431139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0817039" name="Oval 127"/>
          <p:cNvSpPr/>
          <p:nvPr/>
        </p:nvSpPr>
        <p:spPr bwMode="auto">
          <a:xfrm>
            <a:off x="11137392" y="456742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2594134" name="Oval 128"/>
          <p:cNvSpPr/>
          <p:nvPr/>
        </p:nvSpPr>
        <p:spPr bwMode="auto">
          <a:xfrm>
            <a:off x="11137392" y="482346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3090785" name="Oval 129"/>
          <p:cNvSpPr/>
          <p:nvPr/>
        </p:nvSpPr>
        <p:spPr bwMode="auto">
          <a:xfrm>
            <a:off x="11137392" y="5079491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6308406" name="Oval 130"/>
          <p:cNvSpPr/>
          <p:nvPr/>
        </p:nvSpPr>
        <p:spPr bwMode="auto">
          <a:xfrm>
            <a:off x="11393423" y="72694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2698913" name="Oval 131"/>
          <p:cNvSpPr/>
          <p:nvPr/>
        </p:nvSpPr>
        <p:spPr bwMode="auto">
          <a:xfrm>
            <a:off x="11393423" y="98298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8752845" name="Oval 132"/>
          <p:cNvSpPr/>
          <p:nvPr/>
        </p:nvSpPr>
        <p:spPr bwMode="auto">
          <a:xfrm>
            <a:off x="11393423" y="123901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865387" name="Oval 133"/>
          <p:cNvSpPr/>
          <p:nvPr/>
        </p:nvSpPr>
        <p:spPr bwMode="auto">
          <a:xfrm>
            <a:off x="11393423" y="149504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136286" name="Oval 134"/>
          <p:cNvSpPr/>
          <p:nvPr/>
        </p:nvSpPr>
        <p:spPr bwMode="auto">
          <a:xfrm>
            <a:off x="11393423" y="175107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7770754" name="Oval 135"/>
          <p:cNvSpPr/>
          <p:nvPr/>
        </p:nvSpPr>
        <p:spPr bwMode="auto">
          <a:xfrm>
            <a:off x="11393423" y="200710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2772316" name="Oval 136"/>
          <p:cNvSpPr/>
          <p:nvPr/>
        </p:nvSpPr>
        <p:spPr bwMode="auto">
          <a:xfrm>
            <a:off x="11393423" y="226314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6994441" name="Oval 137"/>
          <p:cNvSpPr/>
          <p:nvPr/>
        </p:nvSpPr>
        <p:spPr bwMode="auto">
          <a:xfrm>
            <a:off x="11393423" y="251917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8293652" name="Oval 138"/>
          <p:cNvSpPr/>
          <p:nvPr/>
        </p:nvSpPr>
        <p:spPr bwMode="auto">
          <a:xfrm>
            <a:off x="11393423" y="277520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9606034" name="Oval 139"/>
          <p:cNvSpPr/>
          <p:nvPr/>
        </p:nvSpPr>
        <p:spPr bwMode="auto">
          <a:xfrm>
            <a:off x="11393423" y="3031235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5212298" name="Oval 140"/>
          <p:cNvSpPr/>
          <p:nvPr/>
        </p:nvSpPr>
        <p:spPr bwMode="auto">
          <a:xfrm>
            <a:off x="11393423" y="328726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1547025" name="Oval 141"/>
          <p:cNvSpPr/>
          <p:nvPr/>
        </p:nvSpPr>
        <p:spPr bwMode="auto">
          <a:xfrm>
            <a:off x="11393423" y="354330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9986497" name="Oval 142"/>
          <p:cNvSpPr/>
          <p:nvPr/>
        </p:nvSpPr>
        <p:spPr bwMode="auto">
          <a:xfrm>
            <a:off x="11393423" y="3799332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2671457" name="Oval 143"/>
          <p:cNvSpPr/>
          <p:nvPr/>
        </p:nvSpPr>
        <p:spPr bwMode="auto">
          <a:xfrm>
            <a:off x="11393423" y="4055364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4123241" name="Oval 144"/>
          <p:cNvSpPr/>
          <p:nvPr/>
        </p:nvSpPr>
        <p:spPr bwMode="auto">
          <a:xfrm>
            <a:off x="11393423" y="4311396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3079745" name="Oval 145"/>
          <p:cNvSpPr/>
          <p:nvPr/>
        </p:nvSpPr>
        <p:spPr bwMode="auto">
          <a:xfrm>
            <a:off x="11393423" y="4567428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7414907" name="Oval 146"/>
          <p:cNvSpPr/>
          <p:nvPr/>
        </p:nvSpPr>
        <p:spPr bwMode="auto">
          <a:xfrm>
            <a:off x="11393423" y="4823460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5841570" name="Oval 147"/>
          <p:cNvSpPr/>
          <p:nvPr/>
        </p:nvSpPr>
        <p:spPr bwMode="auto">
          <a:xfrm>
            <a:off x="11393423" y="5079491"/>
            <a:ext cx="41148" cy="41148"/>
          </a:xfrm>
          <a:prstGeom prst="ellipse">
            <a:avLst/>
          </a:prstGeom>
          <a:solidFill>
            <a:srgbClr val="FFC64D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0608679" name="Oval 148"/>
          <p:cNvSpPr/>
          <p:nvPr/>
        </p:nvSpPr>
        <p:spPr bwMode="auto">
          <a:xfrm>
            <a:off x="9418320" y="544068"/>
            <a:ext cx="2011680" cy="2011680"/>
          </a:xfrm>
          <a:prstGeom prst="ellipse">
            <a:avLst/>
          </a:prstGeom>
          <a:noFill/>
          <a:ln w="19050">
            <a:solidFill>
              <a:srgbClr val="FFC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6797964" name="Oval 149"/>
          <p:cNvSpPr/>
          <p:nvPr/>
        </p:nvSpPr>
        <p:spPr bwMode="auto">
          <a:xfrm>
            <a:off x="10012680" y="1138428"/>
            <a:ext cx="822960" cy="822960"/>
          </a:xfrm>
          <a:prstGeom prst="ellipse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7523528" name="TextBox 150"/>
          <p:cNvSpPr txBox="1"/>
          <p:nvPr/>
        </p:nvSpPr>
        <p:spPr bwMode="auto">
          <a:xfrm flipH="0" flipV="0">
            <a:off x="10044809" y="1497150"/>
            <a:ext cx="792270" cy="105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600" b="1" spc="400">
                <a:solidFill>
                  <a:srgbClr val="06091F"/>
                </a:solidFill>
                <a:latin typeface="Montserrat"/>
              </a:rPr>
              <a:t>FINANCE</a:t>
            </a:r>
            <a:endParaRPr/>
          </a:p>
        </p:txBody>
      </p:sp>
      <p:sp>
        <p:nvSpPr>
          <p:cNvPr id="2065558675" name="TextBox 151"/>
          <p:cNvSpPr txBox="1"/>
          <p:nvPr/>
        </p:nvSpPr>
        <p:spPr bwMode="auto">
          <a:xfrm>
            <a:off x="822960" y="81838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M1 ESGIS  ·  ANALYSE &amp; VISUALISATION  ·  MAI 2026</a:t>
            </a:r>
            <a:endParaRPr/>
          </a:p>
        </p:txBody>
      </p:sp>
      <p:sp>
        <p:nvSpPr>
          <p:cNvPr id="1116774668" name="TextBox 152"/>
          <p:cNvSpPr txBox="1"/>
          <p:nvPr/>
        </p:nvSpPr>
        <p:spPr bwMode="auto">
          <a:xfrm>
            <a:off x="822960" y="1824228"/>
            <a:ext cx="109728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8200" b="1">
                <a:solidFill>
                  <a:srgbClr val="F5F7FA"/>
                </a:solidFill>
                <a:latin typeface="Montserrat"/>
              </a:rPr>
              <a:t>Finances</a:t>
            </a:r>
            <a:endParaRPr/>
          </a:p>
          <a:p>
            <a:pPr algn="l">
              <a:lnSpc>
                <a:spcPct val="92000"/>
              </a:lnSpc>
              <a:defRPr/>
            </a:pPr>
            <a:r>
              <a:rPr sz="8200" b="1">
                <a:solidFill>
                  <a:srgbClr val="F5F7FA"/>
                </a:solidFill>
                <a:latin typeface="Montserrat"/>
              </a:rPr>
              <a:t>sous la loupe.</a:t>
            </a:r>
            <a:endParaRPr/>
          </a:p>
        </p:txBody>
      </p:sp>
      <p:sp>
        <p:nvSpPr>
          <p:cNvPr id="733957956" name="Rectangle 153"/>
          <p:cNvSpPr/>
          <p:nvPr/>
        </p:nvSpPr>
        <p:spPr bwMode="auto">
          <a:xfrm>
            <a:off x="868680" y="4384548"/>
            <a:ext cx="822960" cy="54864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9483735" name="TextBox 154"/>
          <p:cNvSpPr txBox="1"/>
          <p:nvPr/>
        </p:nvSpPr>
        <p:spPr bwMode="auto">
          <a:xfrm>
            <a:off x="822960" y="456742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rgbClr val="C4CBE0"/>
                </a:solidFill>
                <a:latin typeface="Inter"/>
              </a:rPr>
              <a:t>Analyse d'une campagne marketing bancaire — UCI Bank Marketing</a:t>
            </a:r>
            <a:endParaRPr/>
          </a:p>
        </p:txBody>
      </p:sp>
      <p:sp>
        <p:nvSpPr>
          <p:cNvPr id="1021229036" name="TextBox 155"/>
          <p:cNvSpPr txBox="1"/>
          <p:nvPr/>
        </p:nvSpPr>
        <p:spPr bwMode="auto">
          <a:xfrm>
            <a:off x="822960" y="50703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300" b="0">
                <a:solidFill>
                  <a:srgbClr val="8B92B3"/>
                </a:solidFill>
                <a:latin typeface="Consolas"/>
              </a:rPr>
              <a:t>45 211 conversations  ·  17 variables  ·  4 questions  ·  3 tests statistiques</a:t>
            </a:r>
            <a:endParaRPr/>
          </a:p>
        </p:txBody>
      </p:sp>
      <p:sp>
        <p:nvSpPr>
          <p:cNvPr id="1459427966" name="Rounded Rectangle 156"/>
          <p:cNvSpPr/>
          <p:nvPr/>
        </p:nvSpPr>
        <p:spPr bwMode="auto">
          <a:xfrm>
            <a:off x="822960" y="6121908"/>
            <a:ext cx="219456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3608260" name="TextBox 157"/>
          <p:cNvSpPr txBox="1"/>
          <p:nvPr/>
        </p:nvSpPr>
        <p:spPr bwMode="auto">
          <a:xfrm>
            <a:off x="822959" y="62061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PRÉSENTATION FINALE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05599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4830733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0366357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7083448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6898927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8525145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5416399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764663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653130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4988648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0043251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9374509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1169404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9919686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0499816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6476878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9798983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4710136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2376804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8329740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799830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5337048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194156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8431938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1416581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0784491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644386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0038113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8225930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2881565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607316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4156166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2712003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0348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980760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3350280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9915416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0078371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2533592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9654692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6299520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6868664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4613429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7251786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7739750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8758586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5674377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3873116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7475429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2989669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6494161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2651367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0248269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5016382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6926795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5458226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3734648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0490331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7367094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1767046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3323249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1412121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3846784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4098719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0273778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3795497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6480753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8058330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5410462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0147468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3408053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2326939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4141310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502217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6362974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0361405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0945559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6995957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1913010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1806751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6254662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3044978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9169406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4075499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7292128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2157954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0066608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9264629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773038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988394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0369705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3576787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9627657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3418886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6170628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8100029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7330007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2081381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5935692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1049353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2918283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9379997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3131749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4851883" name="Rectangle 104"/>
          <p:cNvSpPr/>
          <p:nvPr/>
        </p:nvSpPr>
        <p:spPr bwMode="auto">
          <a:xfrm>
            <a:off x="777240" y="457200"/>
            <a:ext cx="1010194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2950427" name="TextBox 105"/>
          <p:cNvSpPr txBox="1"/>
          <p:nvPr/>
        </p:nvSpPr>
        <p:spPr bwMode="auto">
          <a:xfrm>
            <a:off x="777240" y="93497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SOMMAIRE</a:t>
            </a:r>
            <a:endParaRPr/>
          </a:p>
        </p:txBody>
      </p:sp>
      <p:sp>
        <p:nvSpPr>
          <p:cNvPr id="2083332174" name="TextBox 106"/>
          <p:cNvSpPr txBox="1"/>
          <p:nvPr/>
        </p:nvSpPr>
        <p:spPr bwMode="auto">
          <a:xfrm flipH="0" flipV="0">
            <a:off x="822599" y="1492938"/>
            <a:ext cx="10790640" cy="6084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3800" b="1">
                <a:solidFill>
                  <a:srgbClr val="F5F7FA"/>
                </a:solidFill>
                <a:latin typeface="Montserrat"/>
              </a:rPr>
              <a:t>Le parcours en six étapes.</a:t>
            </a:r>
            <a:endParaRPr/>
          </a:p>
        </p:txBody>
      </p:sp>
      <p:sp>
        <p:nvSpPr>
          <p:cNvPr id="1382701579" name="Rounded Rectangle 107"/>
          <p:cNvSpPr/>
          <p:nvPr/>
        </p:nvSpPr>
        <p:spPr bwMode="auto">
          <a:xfrm>
            <a:off x="777240" y="2560320"/>
            <a:ext cx="5440680" cy="10515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1520850" name="TextBox 108"/>
          <p:cNvSpPr txBox="1"/>
          <p:nvPr/>
        </p:nvSpPr>
        <p:spPr bwMode="auto">
          <a:xfrm>
            <a:off x="1097280" y="274320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4200" b="1">
                <a:solidFill>
                  <a:srgbClr val="FFC64D"/>
                </a:solidFill>
                <a:latin typeface="Montserrat"/>
              </a:rPr>
              <a:t>01</a:t>
            </a:r>
            <a:endParaRPr/>
          </a:p>
        </p:txBody>
      </p:sp>
      <p:sp>
        <p:nvSpPr>
          <p:cNvPr id="1482369430" name="TextBox 109"/>
          <p:cNvSpPr txBox="1"/>
          <p:nvPr/>
        </p:nvSpPr>
        <p:spPr bwMode="auto">
          <a:xfrm>
            <a:off x="2331720" y="276148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Contexte</a:t>
            </a:r>
            <a:endParaRPr/>
          </a:p>
        </p:txBody>
      </p:sp>
      <p:sp>
        <p:nvSpPr>
          <p:cNvPr id="1922598545" name="TextBox 110"/>
          <p:cNvSpPr txBox="1"/>
          <p:nvPr/>
        </p:nvSpPr>
        <p:spPr bwMode="auto">
          <a:xfrm>
            <a:off x="2331720" y="32186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8B92B3"/>
                </a:solidFill>
                <a:latin typeface="Inter"/>
              </a:rPr>
              <a:t>Pourquoi ce dataset ?</a:t>
            </a:r>
            <a:endParaRPr/>
          </a:p>
        </p:txBody>
      </p:sp>
      <p:sp>
        <p:nvSpPr>
          <p:cNvPr id="23826913" name="Rounded Rectangle 111"/>
          <p:cNvSpPr/>
          <p:nvPr/>
        </p:nvSpPr>
        <p:spPr bwMode="auto">
          <a:xfrm>
            <a:off x="6446520" y="2560320"/>
            <a:ext cx="5440680" cy="10515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0471383" name="TextBox 112"/>
          <p:cNvSpPr txBox="1"/>
          <p:nvPr/>
        </p:nvSpPr>
        <p:spPr bwMode="auto">
          <a:xfrm>
            <a:off x="6766560" y="274320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4200" b="1">
                <a:solidFill>
                  <a:srgbClr val="FFC64D"/>
                </a:solidFill>
                <a:latin typeface="Montserrat"/>
              </a:rPr>
              <a:t>02</a:t>
            </a:r>
            <a:endParaRPr/>
          </a:p>
        </p:txBody>
      </p:sp>
      <p:sp>
        <p:nvSpPr>
          <p:cNvPr id="216136032" name="TextBox 113"/>
          <p:cNvSpPr txBox="1"/>
          <p:nvPr/>
        </p:nvSpPr>
        <p:spPr bwMode="auto">
          <a:xfrm>
            <a:off x="8001000" y="276148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Dataset &amp; méthode</a:t>
            </a:r>
            <a:endParaRPr/>
          </a:p>
        </p:txBody>
      </p:sp>
      <p:sp>
        <p:nvSpPr>
          <p:cNvPr id="1719423919" name="TextBox 114"/>
          <p:cNvSpPr txBox="1"/>
          <p:nvPr/>
        </p:nvSpPr>
        <p:spPr bwMode="auto">
          <a:xfrm>
            <a:off x="8001000" y="32186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8B92B3"/>
                </a:solidFill>
                <a:latin typeface="Inter"/>
              </a:rPr>
              <a:t>45 211 lignes, 17 variables</a:t>
            </a:r>
            <a:endParaRPr/>
          </a:p>
        </p:txBody>
      </p:sp>
      <p:sp>
        <p:nvSpPr>
          <p:cNvPr id="1643064921" name="Rounded Rectangle 115"/>
          <p:cNvSpPr/>
          <p:nvPr/>
        </p:nvSpPr>
        <p:spPr bwMode="auto">
          <a:xfrm>
            <a:off x="777240" y="3794760"/>
            <a:ext cx="5440680" cy="10515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9806302" name="TextBox 116"/>
          <p:cNvSpPr txBox="1"/>
          <p:nvPr/>
        </p:nvSpPr>
        <p:spPr bwMode="auto">
          <a:xfrm>
            <a:off x="1097280" y="397764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4200" b="1">
                <a:solidFill>
                  <a:srgbClr val="FFC64D"/>
                </a:solidFill>
                <a:latin typeface="Montserrat"/>
              </a:rPr>
              <a:t>03</a:t>
            </a:r>
            <a:endParaRPr/>
          </a:p>
        </p:txBody>
      </p:sp>
      <p:sp>
        <p:nvSpPr>
          <p:cNvPr id="1562073219" name="TextBox 117"/>
          <p:cNvSpPr txBox="1"/>
          <p:nvPr/>
        </p:nvSpPr>
        <p:spPr bwMode="auto">
          <a:xfrm>
            <a:off x="2331720" y="399592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Exploration</a:t>
            </a:r>
            <a:endParaRPr/>
          </a:p>
        </p:txBody>
      </p:sp>
      <p:sp>
        <p:nvSpPr>
          <p:cNvPr id="1457588024" name="TextBox 118"/>
          <p:cNvSpPr txBox="1"/>
          <p:nvPr/>
        </p:nvSpPr>
        <p:spPr bwMode="auto">
          <a:xfrm>
            <a:off x="2331720" y="44531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8B92B3"/>
                </a:solidFill>
                <a:latin typeface="Inter"/>
              </a:rPr>
              <a:t>Distribution, cible, signaux</a:t>
            </a:r>
            <a:endParaRPr/>
          </a:p>
        </p:txBody>
      </p:sp>
      <p:sp>
        <p:nvSpPr>
          <p:cNvPr id="644557533" name="Rounded Rectangle 119"/>
          <p:cNvSpPr/>
          <p:nvPr/>
        </p:nvSpPr>
        <p:spPr bwMode="auto">
          <a:xfrm>
            <a:off x="6446520" y="3794760"/>
            <a:ext cx="5440680" cy="10515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6467109" name="TextBox 120"/>
          <p:cNvSpPr txBox="1"/>
          <p:nvPr/>
        </p:nvSpPr>
        <p:spPr bwMode="auto">
          <a:xfrm>
            <a:off x="6766560" y="397764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4200" b="1">
                <a:solidFill>
                  <a:srgbClr val="FFC64D"/>
                </a:solidFill>
                <a:latin typeface="Montserrat"/>
              </a:rPr>
              <a:t>04</a:t>
            </a:r>
            <a:endParaRPr/>
          </a:p>
        </p:txBody>
      </p:sp>
      <p:sp>
        <p:nvSpPr>
          <p:cNvPr id="596150478" name="TextBox 121"/>
          <p:cNvSpPr txBox="1"/>
          <p:nvPr/>
        </p:nvSpPr>
        <p:spPr bwMode="auto">
          <a:xfrm>
            <a:off x="8001000" y="399592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Quatre questions</a:t>
            </a:r>
            <a:endParaRPr/>
          </a:p>
        </p:txBody>
      </p:sp>
      <p:sp>
        <p:nvSpPr>
          <p:cNvPr id="536872116" name="TextBox 122"/>
          <p:cNvSpPr txBox="1"/>
          <p:nvPr/>
        </p:nvSpPr>
        <p:spPr bwMode="auto">
          <a:xfrm>
            <a:off x="8001000" y="44531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8B92B3"/>
                </a:solidFill>
                <a:latin typeface="Inter"/>
              </a:rPr>
              <a:t>Profil · Solde · Métier · Appel</a:t>
            </a:r>
            <a:endParaRPr/>
          </a:p>
        </p:txBody>
      </p:sp>
      <p:sp>
        <p:nvSpPr>
          <p:cNvPr id="1357758933" name="Rounded Rectangle 123"/>
          <p:cNvSpPr/>
          <p:nvPr/>
        </p:nvSpPr>
        <p:spPr bwMode="auto">
          <a:xfrm>
            <a:off x="777240" y="5029200"/>
            <a:ext cx="5440680" cy="10515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7888493" name="TextBox 124"/>
          <p:cNvSpPr txBox="1"/>
          <p:nvPr/>
        </p:nvSpPr>
        <p:spPr bwMode="auto">
          <a:xfrm>
            <a:off x="1097280" y="521208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4200" b="1">
                <a:solidFill>
                  <a:srgbClr val="FFC64D"/>
                </a:solidFill>
                <a:latin typeface="Montserrat"/>
              </a:rPr>
              <a:t>05</a:t>
            </a:r>
            <a:endParaRPr/>
          </a:p>
        </p:txBody>
      </p:sp>
      <p:sp>
        <p:nvSpPr>
          <p:cNvPr id="1674922510" name="TextBox 125"/>
          <p:cNvSpPr txBox="1"/>
          <p:nvPr/>
        </p:nvSpPr>
        <p:spPr bwMode="auto">
          <a:xfrm>
            <a:off x="2331720" y="523036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Tests statistiques</a:t>
            </a:r>
            <a:endParaRPr/>
          </a:p>
        </p:txBody>
      </p:sp>
      <p:sp>
        <p:nvSpPr>
          <p:cNvPr id="59044159" name="TextBox 126"/>
          <p:cNvSpPr txBox="1"/>
          <p:nvPr/>
        </p:nvSpPr>
        <p:spPr bwMode="auto">
          <a:xfrm>
            <a:off x="2331720" y="568756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8B92B3"/>
                </a:solidFill>
                <a:latin typeface="Inter"/>
              </a:rPr>
              <a:t>Student · Chi² · Pearson</a:t>
            </a:r>
            <a:endParaRPr/>
          </a:p>
        </p:txBody>
      </p:sp>
      <p:sp>
        <p:nvSpPr>
          <p:cNvPr id="317736462" name="Rounded Rectangle 127"/>
          <p:cNvSpPr/>
          <p:nvPr/>
        </p:nvSpPr>
        <p:spPr bwMode="auto">
          <a:xfrm>
            <a:off x="6446520" y="5029200"/>
            <a:ext cx="5440680" cy="10515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7696602" name="TextBox 128"/>
          <p:cNvSpPr txBox="1"/>
          <p:nvPr/>
        </p:nvSpPr>
        <p:spPr bwMode="auto">
          <a:xfrm>
            <a:off x="6766560" y="521208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4200" b="1">
                <a:solidFill>
                  <a:srgbClr val="FFC64D"/>
                </a:solidFill>
                <a:latin typeface="Montserrat"/>
              </a:rPr>
              <a:t>06</a:t>
            </a:r>
            <a:endParaRPr/>
          </a:p>
        </p:txBody>
      </p:sp>
      <p:sp>
        <p:nvSpPr>
          <p:cNvPr id="255443895" name="TextBox 129"/>
          <p:cNvSpPr txBox="1"/>
          <p:nvPr/>
        </p:nvSpPr>
        <p:spPr bwMode="auto">
          <a:xfrm>
            <a:off x="8001000" y="523036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Décisions &amp; démo</a:t>
            </a:r>
            <a:endParaRPr/>
          </a:p>
        </p:txBody>
      </p:sp>
      <p:sp>
        <p:nvSpPr>
          <p:cNvPr id="2037336561" name="TextBox 130"/>
          <p:cNvSpPr txBox="1"/>
          <p:nvPr/>
        </p:nvSpPr>
        <p:spPr bwMode="auto">
          <a:xfrm>
            <a:off x="8001000" y="568756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8B92B3"/>
                </a:solidFill>
                <a:latin typeface="Inter"/>
              </a:rPr>
              <a:t>Recos + dashboard Streamlit</a:t>
            </a:r>
            <a:endParaRPr/>
          </a:p>
        </p:txBody>
      </p:sp>
      <p:sp>
        <p:nvSpPr>
          <p:cNvPr id="1375220529" name="Rectangle 131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5252219" name="TextBox 132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2109552268" name="TextBox 133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02 / 21</a:t>
            </a:r>
            <a:endParaRPr/>
          </a:p>
        </p:txBody>
      </p:sp>
      <p:sp>
        <p:nvSpPr>
          <p:cNvPr id="1567602219" name="TextBox 109"/>
          <p:cNvSpPr txBox="1"/>
          <p:nvPr/>
        </p:nvSpPr>
        <p:spPr bwMode="auto">
          <a:xfrm>
            <a:off x="2331720" y="27432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Contexte</a:t>
            </a:r>
            <a:endParaRPr/>
          </a:p>
        </p:txBody>
      </p:sp>
      <p:sp>
        <p:nvSpPr>
          <p:cNvPr id="1235531898" name="Rounded Rectangle 107"/>
          <p:cNvSpPr/>
          <p:nvPr/>
        </p:nvSpPr>
        <p:spPr bwMode="auto">
          <a:xfrm>
            <a:off x="777239" y="2560320"/>
            <a:ext cx="5440680" cy="10515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387529" name="TextBox 108"/>
          <p:cNvSpPr txBox="1"/>
          <p:nvPr/>
        </p:nvSpPr>
        <p:spPr bwMode="auto">
          <a:xfrm>
            <a:off x="1097279" y="274320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4200" b="1">
                <a:solidFill>
                  <a:srgbClr val="FFC64D"/>
                </a:solidFill>
                <a:latin typeface="Montserrat"/>
              </a:rPr>
              <a:t>01</a:t>
            </a:r>
            <a:endParaRPr/>
          </a:p>
        </p:txBody>
      </p:sp>
      <p:sp>
        <p:nvSpPr>
          <p:cNvPr id="233449655" name="TextBox 110"/>
          <p:cNvSpPr txBox="1"/>
          <p:nvPr/>
        </p:nvSpPr>
        <p:spPr bwMode="auto">
          <a:xfrm>
            <a:off x="2331719" y="32186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8B92B3"/>
                </a:solidFill>
                <a:latin typeface="Inter"/>
              </a:rPr>
              <a:t>Pourquoi ce dataset ?</a:t>
            </a:r>
            <a:endParaRPr/>
          </a:p>
        </p:txBody>
      </p:sp>
      <p:sp>
        <p:nvSpPr>
          <p:cNvPr id="1288559058" name="TextBox 116"/>
          <p:cNvSpPr txBox="1"/>
          <p:nvPr/>
        </p:nvSpPr>
        <p:spPr bwMode="auto">
          <a:xfrm>
            <a:off x="1097279" y="397764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4200" b="1">
                <a:solidFill>
                  <a:srgbClr val="FFC64D"/>
                </a:solidFill>
                <a:latin typeface="Montserrat"/>
              </a:rPr>
              <a:t>03</a:t>
            </a:r>
            <a:endParaRPr/>
          </a:p>
        </p:txBody>
      </p:sp>
      <p:sp>
        <p:nvSpPr>
          <p:cNvPr id="1195740200" name="TextBox 109"/>
          <p:cNvSpPr txBox="1"/>
          <p:nvPr/>
        </p:nvSpPr>
        <p:spPr bwMode="auto">
          <a:xfrm>
            <a:off x="2331719" y="27432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Contexte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push dir="r"/>
      </p:transition>
    </mc:Choice>
    <mc:Fallback>
      <p:transition spd="med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8270157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04" dur="500" fill="hold"/>
                                              <p:tgtEl>
                                                <p:spTgt spid="1382701579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8269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14" dur="500" fill="hold"/>
                                              <p:tgtEl>
                                                <p:spTgt spid="23826913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0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430649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24" dur="500" fill="hold"/>
                                              <p:tgtEl>
                                                <p:spTgt spid="1643064921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5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445575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34" dur="500" fill="hold"/>
                                              <p:tgtEl>
                                                <p:spTgt spid="644557533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600"/>
                            </p:stCondLst>
                            <p:childTnLst>
                              <p:par>
                                <p:cTn id="14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577589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44" dur="500" fill="hold"/>
                                              <p:tgtEl>
                                                <p:spTgt spid="1357758933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750"/>
                            </p:stCondLst>
                            <p:childTnLst>
                              <p:par>
                                <p:cTn id="1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773646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54" dur="500" fill="hold"/>
                                              <p:tgtEl>
                                                <p:spTgt spid="317736462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4236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0249721" name="Oval 2"/>
          <p:cNvSpPr/>
          <p:nvPr/>
        </p:nvSpPr>
        <p:spPr bwMode="auto">
          <a:xfrm>
            <a:off x="777240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1448513" name="Oval 3"/>
          <p:cNvSpPr/>
          <p:nvPr/>
        </p:nvSpPr>
        <p:spPr bwMode="auto">
          <a:xfrm>
            <a:off x="777240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7672241" name="Oval 4"/>
          <p:cNvSpPr/>
          <p:nvPr/>
        </p:nvSpPr>
        <p:spPr bwMode="auto">
          <a:xfrm>
            <a:off x="777240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9373536" name="Oval 5"/>
          <p:cNvSpPr/>
          <p:nvPr/>
        </p:nvSpPr>
        <p:spPr bwMode="auto">
          <a:xfrm>
            <a:off x="777240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2625515" name="Oval 6"/>
          <p:cNvSpPr/>
          <p:nvPr/>
        </p:nvSpPr>
        <p:spPr bwMode="auto">
          <a:xfrm>
            <a:off x="777240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5999526" name="Oval 7"/>
          <p:cNvSpPr/>
          <p:nvPr/>
        </p:nvSpPr>
        <p:spPr bwMode="auto">
          <a:xfrm>
            <a:off x="777240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0810000" name="Oval 8"/>
          <p:cNvSpPr/>
          <p:nvPr/>
        </p:nvSpPr>
        <p:spPr bwMode="auto">
          <a:xfrm>
            <a:off x="777240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2322066" name="Oval 9"/>
          <p:cNvSpPr/>
          <p:nvPr/>
        </p:nvSpPr>
        <p:spPr bwMode="auto">
          <a:xfrm>
            <a:off x="777240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1404740" name="Oval 10"/>
          <p:cNvSpPr/>
          <p:nvPr/>
        </p:nvSpPr>
        <p:spPr bwMode="auto">
          <a:xfrm>
            <a:off x="777240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0381943" name="Oval 11"/>
          <p:cNvSpPr/>
          <p:nvPr/>
        </p:nvSpPr>
        <p:spPr bwMode="auto">
          <a:xfrm>
            <a:off x="777240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0935546" name="Oval 12"/>
          <p:cNvSpPr/>
          <p:nvPr/>
        </p:nvSpPr>
        <p:spPr bwMode="auto">
          <a:xfrm>
            <a:off x="777240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8199951" name="Oval 13"/>
          <p:cNvSpPr/>
          <p:nvPr/>
        </p:nvSpPr>
        <p:spPr bwMode="auto">
          <a:xfrm>
            <a:off x="777240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7214936" name="Oval 14"/>
          <p:cNvSpPr/>
          <p:nvPr/>
        </p:nvSpPr>
        <p:spPr bwMode="auto">
          <a:xfrm>
            <a:off x="777240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2554302" name="Oval 15"/>
          <p:cNvSpPr/>
          <p:nvPr/>
        </p:nvSpPr>
        <p:spPr bwMode="auto">
          <a:xfrm>
            <a:off x="777240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609127" name="Oval 16"/>
          <p:cNvSpPr/>
          <p:nvPr/>
        </p:nvSpPr>
        <p:spPr bwMode="auto">
          <a:xfrm>
            <a:off x="777240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7573339" name="Oval 17"/>
          <p:cNvSpPr/>
          <p:nvPr/>
        </p:nvSpPr>
        <p:spPr bwMode="auto">
          <a:xfrm>
            <a:off x="777240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645548" name="Oval 18"/>
          <p:cNvSpPr/>
          <p:nvPr/>
        </p:nvSpPr>
        <p:spPr bwMode="auto">
          <a:xfrm>
            <a:off x="777240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0099126" name="Oval 19"/>
          <p:cNvSpPr/>
          <p:nvPr/>
        </p:nvSpPr>
        <p:spPr bwMode="auto">
          <a:xfrm>
            <a:off x="777240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6297146" name="Oval 20"/>
          <p:cNvSpPr/>
          <p:nvPr/>
        </p:nvSpPr>
        <p:spPr bwMode="auto">
          <a:xfrm>
            <a:off x="777240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7640364" name="Oval 21"/>
          <p:cNvSpPr/>
          <p:nvPr/>
        </p:nvSpPr>
        <p:spPr bwMode="auto">
          <a:xfrm>
            <a:off x="777240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0197096" name="Oval 22"/>
          <p:cNvSpPr/>
          <p:nvPr/>
        </p:nvSpPr>
        <p:spPr bwMode="auto">
          <a:xfrm>
            <a:off x="806500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2934171" name="Oval 23"/>
          <p:cNvSpPr/>
          <p:nvPr/>
        </p:nvSpPr>
        <p:spPr bwMode="auto">
          <a:xfrm>
            <a:off x="806500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7703176" name="Oval 24"/>
          <p:cNvSpPr/>
          <p:nvPr/>
        </p:nvSpPr>
        <p:spPr bwMode="auto">
          <a:xfrm>
            <a:off x="806500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7124123" name="Oval 25"/>
          <p:cNvSpPr/>
          <p:nvPr/>
        </p:nvSpPr>
        <p:spPr bwMode="auto">
          <a:xfrm>
            <a:off x="806500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2657853" name="Oval 26"/>
          <p:cNvSpPr/>
          <p:nvPr/>
        </p:nvSpPr>
        <p:spPr bwMode="auto">
          <a:xfrm>
            <a:off x="806500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0216089" name="Oval 27"/>
          <p:cNvSpPr/>
          <p:nvPr/>
        </p:nvSpPr>
        <p:spPr bwMode="auto">
          <a:xfrm>
            <a:off x="806500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9975338" name="Oval 28"/>
          <p:cNvSpPr/>
          <p:nvPr/>
        </p:nvSpPr>
        <p:spPr bwMode="auto">
          <a:xfrm>
            <a:off x="806500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2346981" name="Oval 29"/>
          <p:cNvSpPr/>
          <p:nvPr/>
        </p:nvSpPr>
        <p:spPr bwMode="auto">
          <a:xfrm>
            <a:off x="806500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2181791" name="Oval 30"/>
          <p:cNvSpPr/>
          <p:nvPr/>
        </p:nvSpPr>
        <p:spPr bwMode="auto">
          <a:xfrm>
            <a:off x="806500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9861987" name="Oval 31"/>
          <p:cNvSpPr/>
          <p:nvPr/>
        </p:nvSpPr>
        <p:spPr bwMode="auto">
          <a:xfrm>
            <a:off x="806500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880794" name="Oval 32"/>
          <p:cNvSpPr/>
          <p:nvPr/>
        </p:nvSpPr>
        <p:spPr bwMode="auto">
          <a:xfrm>
            <a:off x="806500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3366219" name="Oval 33"/>
          <p:cNvSpPr/>
          <p:nvPr/>
        </p:nvSpPr>
        <p:spPr bwMode="auto">
          <a:xfrm>
            <a:off x="806500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8924762" name="Oval 34"/>
          <p:cNvSpPr/>
          <p:nvPr/>
        </p:nvSpPr>
        <p:spPr bwMode="auto">
          <a:xfrm>
            <a:off x="806500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8444504" name="Oval 35"/>
          <p:cNvSpPr/>
          <p:nvPr/>
        </p:nvSpPr>
        <p:spPr bwMode="auto">
          <a:xfrm>
            <a:off x="806500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1219382" name="Oval 36"/>
          <p:cNvSpPr/>
          <p:nvPr/>
        </p:nvSpPr>
        <p:spPr bwMode="auto">
          <a:xfrm>
            <a:off x="806500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9784997" name="Oval 37"/>
          <p:cNvSpPr/>
          <p:nvPr/>
        </p:nvSpPr>
        <p:spPr bwMode="auto">
          <a:xfrm>
            <a:off x="806500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8057702" name="Oval 38"/>
          <p:cNvSpPr/>
          <p:nvPr/>
        </p:nvSpPr>
        <p:spPr bwMode="auto">
          <a:xfrm>
            <a:off x="806500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3726307" name="Oval 39"/>
          <p:cNvSpPr/>
          <p:nvPr/>
        </p:nvSpPr>
        <p:spPr bwMode="auto">
          <a:xfrm>
            <a:off x="806500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436722" name="Oval 40"/>
          <p:cNvSpPr/>
          <p:nvPr/>
        </p:nvSpPr>
        <p:spPr bwMode="auto">
          <a:xfrm>
            <a:off x="806500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2839138" name="Oval 41"/>
          <p:cNvSpPr/>
          <p:nvPr/>
        </p:nvSpPr>
        <p:spPr bwMode="auto">
          <a:xfrm>
            <a:off x="806500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2691613" name="Oval 42"/>
          <p:cNvSpPr/>
          <p:nvPr/>
        </p:nvSpPr>
        <p:spPr bwMode="auto">
          <a:xfrm>
            <a:off x="8357616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6651305" name="Oval 43"/>
          <p:cNvSpPr/>
          <p:nvPr/>
        </p:nvSpPr>
        <p:spPr bwMode="auto">
          <a:xfrm>
            <a:off x="8357616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0748598" name="Oval 44"/>
          <p:cNvSpPr/>
          <p:nvPr/>
        </p:nvSpPr>
        <p:spPr bwMode="auto">
          <a:xfrm>
            <a:off x="8357616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035726" name="Oval 45"/>
          <p:cNvSpPr/>
          <p:nvPr/>
        </p:nvSpPr>
        <p:spPr bwMode="auto">
          <a:xfrm>
            <a:off x="8357616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7998074" name="Oval 46"/>
          <p:cNvSpPr/>
          <p:nvPr/>
        </p:nvSpPr>
        <p:spPr bwMode="auto">
          <a:xfrm>
            <a:off x="8357616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7472812" name="Oval 47"/>
          <p:cNvSpPr/>
          <p:nvPr/>
        </p:nvSpPr>
        <p:spPr bwMode="auto">
          <a:xfrm>
            <a:off x="8357616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8675810" name="Oval 48"/>
          <p:cNvSpPr/>
          <p:nvPr/>
        </p:nvSpPr>
        <p:spPr bwMode="auto">
          <a:xfrm>
            <a:off x="8357616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9827509" name="Oval 49"/>
          <p:cNvSpPr/>
          <p:nvPr/>
        </p:nvSpPr>
        <p:spPr bwMode="auto">
          <a:xfrm>
            <a:off x="8357616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8023632" name="Oval 50"/>
          <p:cNvSpPr/>
          <p:nvPr/>
        </p:nvSpPr>
        <p:spPr bwMode="auto">
          <a:xfrm>
            <a:off x="8357616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9702477" name="Oval 51"/>
          <p:cNvSpPr/>
          <p:nvPr/>
        </p:nvSpPr>
        <p:spPr bwMode="auto">
          <a:xfrm>
            <a:off x="8357616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7336032" name="Oval 52"/>
          <p:cNvSpPr/>
          <p:nvPr/>
        </p:nvSpPr>
        <p:spPr bwMode="auto">
          <a:xfrm>
            <a:off x="8357616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9239015" name="Oval 53"/>
          <p:cNvSpPr/>
          <p:nvPr/>
        </p:nvSpPr>
        <p:spPr bwMode="auto">
          <a:xfrm>
            <a:off x="8357616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7970912" name="Oval 54"/>
          <p:cNvSpPr/>
          <p:nvPr/>
        </p:nvSpPr>
        <p:spPr bwMode="auto">
          <a:xfrm>
            <a:off x="8357616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7910165" name="Oval 55"/>
          <p:cNvSpPr/>
          <p:nvPr/>
        </p:nvSpPr>
        <p:spPr bwMode="auto">
          <a:xfrm>
            <a:off x="8357616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3549201" name="Oval 56"/>
          <p:cNvSpPr/>
          <p:nvPr/>
        </p:nvSpPr>
        <p:spPr bwMode="auto">
          <a:xfrm>
            <a:off x="8357616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776358" name="Oval 57"/>
          <p:cNvSpPr/>
          <p:nvPr/>
        </p:nvSpPr>
        <p:spPr bwMode="auto">
          <a:xfrm>
            <a:off x="8357616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7870325" name="Oval 58"/>
          <p:cNvSpPr/>
          <p:nvPr/>
        </p:nvSpPr>
        <p:spPr bwMode="auto">
          <a:xfrm>
            <a:off x="8357616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5570073" name="Oval 59"/>
          <p:cNvSpPr/>
          <p:nvPr/>
        </p:nvSpPr>
        <p:spPr bwMode="auto">
          <a:xfrm>
            <a:off x="8357616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716617" name="Oval 60"/>
          <p:cNvSpPr/>
          <p:nvPr/>
        </p:nvSpPr>
        <p:spPr bwMode="auto">
          <a:xfrm>
            <a:off x="8357616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729504" name="Oval 61"/>
          <p:cNvSpPr/>
          <p:nvPr/>
        </p:nvSpPr>
        <p:spPr bwMode="auto">
          <a:xfrm>
            <a:off x="8357616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251374" name="Oval 62"/>
          <p:cNvSpPr/>
          <p:nvPr/>
        </p:nvSpPr>
        <p:spPr bwMode="auto">
          <a:xfrm>
            <a:off x="8650224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4186269" name="Oval 63"/>
          <p:cNvSpPr/>
          <p:nvPr/>
        </p:nvSpPr>
        <p:spPr bwMode="auto">
          <a:xfrm>
            <a:off x="8650224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2763662" name="Oval 64"/>
          <p:cNvSpPr/>
          <p:nvPr/>
        </p:nvSpPr>
        <p:spPr bwMode="auto">
          <a:xfrm>
            <a:off x="8650224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881652" name="Oval 65"/>
          <p:cNvSpPr/>
          <p:nvPr/>
        </p:nvSpPr>
        <p:spPr bwMode="auto">
          <a:xfrm>
            <a:off x="8650224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2059987" name="Oval 66"/>
          <p:cNvSpPr/>
          <p:nvPr/>
        </p:nvSpPr>
        <p:spPr bwMode="auto">
          <a:xfrm>
            <a:off x="8650224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065466" name="Oval 67"/>
          <p:cNvSpPr/>
          <p:nvPr/>
        </p:nvSpPr>
        <p:spPr bwMode="auto">
          <a:xfrm>
            <a:off x="8650224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5055781" name="Oval 68"/>
          <p:cNvSpPr/>
          <p:nvPr/>
        </p:nvSpPr>
        <p:spPr bwMode="auto">
          <a:xfrm>
            <a:off x="8650224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7669181" name="Oval 69"/>
          <p:cNvSpPr/>
          <p:nvPr/>
        </p:nvSpPr>
        <p:spPr bwMode="auto">
          <a:xfrm>
            <a:off x="8650224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9363869" name="Oval 70"/>
          <p:cNvSpPr/>
          <p:nvPr/>
        </p:nvSpPr>
        <p:spPr bwMode="auto">
          <a:xfrm>
            <a:off x="8650224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4062610" name="Oval 71"/>
          <p:cNvSpPr/>
          <p:nvPr/>
        </p:nvSpPr>
        <p:spPr bwMode="auto">
          <a:xfrm>
            <a:off x="8650224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7831921" name="Oval 72"/>
          <p:cNvSpPr/>
          <p:nvPr/>
        </p:nvSpPr>
        <p:spPr bwMode="auto">
          <a:xfrm>
            <a:off x="8650224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5456842" name="Oval 73"/>
          <p:cNvSpPr/>
          <p:nvPr/>
        </p:nvSpPr>
        <p:spPr bwMode="auto">
          <a:xfrm>
            <a:off x="8650224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3670216" name="Oval 74"/>
          <p:cNvSpPr/>
          <p:nvPr/>
        </p:nvSpPr>
        <p:spPr bwMode="auto">
          <a:xfrm>
            <a:off x="8650224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8541544" name="Oval 75"/>
          <p:cNvSpPr/>
          <p:nvPr/>
        </p:nvSpPr>
        <p:spPr bwMode="auto">
          <a:xfrm>
            <a:off x="8650224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5547472" name="Oval 76"/>
          <p:cNvSpPr/>
          <p:nvPr/>
        </p:nvSpPr>
        <p:spPr bwMode="auto">
          <a:xfrm>
            <a:off x="8650224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0838931" name="Oval 77"/>
          <p:cNvSpPr/>
          <p:nvPr/>
        </p:nvSpPr>
        <p:spPr bwMode="auto">
          <a:xfrm>
            <a:off x="8650224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2442476" name="Oval 78"/>
          <p:cNvSpPr/>
          <p:nvPr/>
        </p:nvSpPr>
        <p:spPr bwMode="auto">
          <a:xfrm>
            <a:off x="8650224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8693667" name="Oval 79"/>
          <p:cNvSpPr/>
          <p:nvPr/>
        </p:nvSpPr>
        <p:spPr bwMode="auto">
          <a:xfrm>
            <a:off x="8650224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5548515" name="Oval 80"/>
          <p:cNvSpPr/>
          <p:nvPr/>
        </p:nvSpPr>
        <p:spPr bwMode="auto">
          <a:xfrm>
            <a:off x="8650224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4685964" name="Oval 81"/>
          <p:cNvSpPr/>
          <p:nvPr/>
        </p:nvSpPr>
        <p:spPr bwMode="auto">
          <a:xfrm>
            <a:off x="8650224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3753100" name="Oval 82"/>
          <p:cNvSpPr/>
          <p:nvPr/>
        </p:nvSpPr>
        <p:spPr bwMode="auto">
          <a:xfrm>
            <a:off x="8942832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6580741" name="Oval 83"/>
          <p:cNvSpPr/>
          <p:nvPr/>
        </p:nvSpPr>
        <p:spPr bwMode="auto">
          <a:xfrm>
            <a:off x="8942832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651215" name="Oval 84"/>
          <p:cNvSpPr/>
          <p:nvPr/>
        </p:nvSpPr>
        <p:spPr bwMode="auto">
          <a:xfrm>
            <a:off x="8942832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1517049" name="Oval 85"/>
          <p:cNvSpPr/>
          <p:nvPr/>
        </p:nvSpPr>
        <p:spPr bwMode="auto">
          <a:xfrm>
            <a:off x="8942832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2665726" name="Oval 86"/>
          <p:cNvSpPr/>
          <p:nvPr/>
        </p:nvSpPr>
        <p:spPr bwMode="auto">
          <a:xfrm>
            <a:off x="8942832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2198237" name="Oval 87"/>
          <p:cNvSpPr/>
          <p:nvPr/>
        </p:nvSpPr>
        <p:spPr bwMode="auto">
          <a:xfrm>
            <a:off x="8942832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2963412" name="Oval 88"/>
          <p:cNvSpPr/>
          <p:nvPr/>
        </p:nvSpPr>
        <p:spPr bwMode="auto">
          <a:xfrm>
            <a:off x="8942832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5821736" name="Oval 89"/>
          <p:cNvSpPr/>
          <p:nvPr/>
        </p:nvSpPr>
        <p:spPr bwMode="auto">
          <a:xfrm>
            <a:off x="8942832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9506066" name="Oval 90"/>
          <p:cNvSpPr/>
          <p:nvPr/>
        </p:nvSpPr>
        <p:spPr bwMode="auto">
          <a:xfrm>
            <a:off x="8942832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4961312" name="Oval 91"/>
          <p:cNvSpPr/>
          <p:nvPr/>
        </p:nvSpPr>
        <p:spPr bwMode="auto">
          <a:xfrm>
            <a:off x="8942832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5662553" name="Oval 92"/>
          <p:cNvSpPr/>
          <p:nvPr/>
        </p:nvSpPr>
        <p:spPr bwMode="auto">
          <a:xfrm>
            <a:off x="8942832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7819550" name="Oval 93"/>
          <p:cNvSpPr/>
          <p:nvPr/>
        </p:nvSpPr>
        <p:spPr bwMode="auto">
          <a:xfrm>
            <a:off x="8942832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1756418" name="Oval 94"/>
          <p:cNvSpPr/>
          <p:nvPr/>
        </p:nvSpPr>
        <p:spPr bwMode="auto">
          <a:xfrm>
            <a:off x="8942832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4710781" name="Oval 95"/>
          <p:cNvSpPr/>
          <p:nvPr/>
        </p:nvSpPr>
        <p:spPr bwMode="auto">
          <a:xfrm>
            <a:off x="8942832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8495203" name="Oval 96"/>
          <p:cNvSpPr/>
          <p:nvPr/>
        </p:nvSpPr>
        <p:spPr bwMode="auto">
          <a:xfrm>
            <a:off x="8942832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1925870" name="Oval 97"/>
          <p:cNvSpPr/>
          <p:nvPr/>
        </p:nvSpPr>
        <p:spPr bwMode="auto">
          <a:xfrm>
            <a:off x="8942832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4345541" name="Oval 98"/>
          <p:cNvSpPr/>
          <p:nvPr/>
        </p:nvSpPr>
        <p:spPr bwMode="auto">
          <a:xfrm>
            <a:off x="8942832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1783766" name="Oval 99"/>
          <p:cNvSpPr/>
          <p:nvPr/>
        </p:nvSpPr>
        <p:spPr bwMode="auto">
          <a:xfrm>
            <a:off x="8942832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0737050" name="Oval 100"/>
          <p:cNvSpPr/>
          <p:nvPr/>
        </p:nvSpPr>
        <p:spPr bwMode="auto">
          <a:xfrm>
            <a:off x="8942832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3925200" name="Oval 101"/>
          <p:cNvSpPr/>
          <p:nvPr/>
        </p:nvSpPr>
        <p:spPr bwMode="auto">
          <a:xfrm>
            <a:off x="8942832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448678" name="Oval 102"/>
          <p:cNvSpPr/>
          <p:nvPr/>
        </p:nvSpPr>
        <p:spPr bwMode="auto">
          <a:xfrm>
            <a:off x="923544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8321821" name="Oval 103"/>
          <p:cNvSpPr/>
          <p:nvPr/>
        </p:nvSpPr>
        <p:spPr bwMode="auto">
          <a:xfrm>
            <a:off x="923544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7861696" name="Oval 104"/>
          <p:cNvSpPr/>
          <p:nvPr/>
        </p:nvSpPr>
        <p:spPr bwMode="auto">
          <a:xfrm>
            <a:off x="923544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4705542" name="Oval 105"/>
          <p:cNvSpPr/>
          <p:nvPr/>
        </p:nvSpPr>
        <p:spPr bwMode="auto">
          <a:xfrm>
            <a:off x="923544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6506792" name="Oval 106"/>
          <p:cNvSpPr/>
          <p:nvPr/>
        </p:nvSpPr>
        <p:spPr bwMode="auto">
          <a:xfrm>
            <a:off x="923544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7222052" name="Oval 107"/>
          <p:cNvSpPr/>
          <p:nvPr/>
        </p:nvSpPr>
        <p:spPr bwMode="auto">
          <a:xfrm>
            <a:off x="923544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0747097" name="Oval 108"/>
          <p:cNvSpPr/>
          <p:nvPr/>
        </p:nvSpPr>
        <p:spPr bwMode="auto">
          <a:xfrm>
            <a:off x="923544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5721635" name="Oval 109"/>
          <p:cNvSpPr/>
          <p:nvPr/>
        </p:nvSpPr>
        <p:spPr bwMode="auto">
          <a:xfrm>
            <a:off x="923544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9631158" name="Oval 110"/>
          <p:cNvSpPr/>
          <p:nvPr/>
        </p:nvSpPr>
        <p:spPr bwMode="auto">
          <a:xfrm>
            <a:off x="923544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6494469" name="Oval 111"/>
          <p:cNvSpPr/>
          <p:nvPr/>
        </p:nvSpPr>
        <p:spPr bwMode="auto">
          <a:xfrm>
            <a:off x="923544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5329577" name="Oval 112"/>
          <p:cNvSpPr/>
          <p:nvPr/>
        </p:nvSpPr>
        <p:spPr bwMode="auto">
          <a:xfrm>
            <a:off x="923544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1089981" name="Oval 113"/>
          <p:cNvSpPr/>
          <p:nvPr/>
        </p:nvSpPr>
        <p:spPr bwMode="auto">
          <a:xfrm>
            <a:off x="923544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3505118" name="Oval 114"/>
          <p:cNvSpPr/>
          <p:nvPr/>
        </p:nvSpPr>
        <p:spPr bwMode="auto">
          <a:xfrm>
            <a:off x="923544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8189832" name="Oval 115"/>
          <p:cNvSpPr/>
          <p:nvPr/>
        </p:nvSpPr>
        <p:spPr bwMode="auto">
          <a:xfrm>
            <a:off x="923544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170147" name="Oval 116"/>
          <p:cNvSpPr/>
          <p:nvPr/>
        </p:nvSpPr>
        <p:spPr bwMode="auto">
          <a:xfrm>
            <a:off x="923544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4475898" name="Oval 117"/>
          <p:cNvSpPr/>
          <p:nvPr/>
        </p:nvSpPr>
        <p:spPr bwMode="auto">
          <a:xfrm>
            <a:off x="923544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2426984" name="Oval 118"/>
          <p:cNvSpPr/>
          <p:nvPr/>
        </p:nvSpPr>
        <p:spPr bwMode="auto">
          <a:xfrm>
            <a:off x="923544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1432110" name="Oval 119"/>
          <p:cNvSpPr/>
          <p:nvPr/>
        </p:nvSpPr>
        <p:spPr bwMode="auto">
          <a:xfrm>
            <a:off x="923544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3411335" name="Oval 120"/>
          <p:cNvSpPr/>
          <p:nvPr/>
        </p:nvSpPr>
        <p:spPr bwMode="auto">
          <a:xfrm>
            <a:off x="923544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1732610" name="Oval 121"/>
          <p:cNvSpPr/>
          <p:nvPr/>
        </p:nvSpPr>
        <p:spPr bwMode="auto">
          <a:xfrm>
            <a:off x="923544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9765232" name="Oval 122"/>
          <p:cNvSpPr/>
          <p:nvPr/>
        </p:nvSpPr>
        <p:spPr bwMode="auto">
          <a:xfrm>
            <a:off x="952804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9762343" name="Oval 123"/>
          <p:cNvSpPr/>
          <p:nvPr/>
        </p:nvSpPr>
        <p:spPr bwMode="auto">
          <a:xfrm>
            <a:off x="952804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5998226" name="Oval 124"/>
          <p:cNvSpPr/>
          <p:nvPr/>
        </p:nvSpPr>
        <p:spPr bwMode="auto">
          <a:xfrm>
            <a:off x="952804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5383982" name="Oval 125"/>
          <p:cNvSpPr/>
          <p:nvPr/>
        </p:nvSpPr>
        <p:spPr bwMode="auto">
          <a:xfrm>
            <a:off x="952804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38335" name="Oval 126"/>
          <p:cNvSpPr/>
          <p:nvPr/>
        </p:nvSpPr>
        <p:spPr bwMode="auto">
          <a:xfrm>
            <a:off x="952804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8113961" name="Oval 127"/>
          <p:cNvSpPr/>
          <p:nvPr/>
        </p:nvSpPr>
        <p:spPr bwMode="auto">
          <a:xfrm>
            <a:off x="952804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7201190" name="Oval 128"/>
          <p:cNvSpPr/>
          <p:nvPr/>
        </p:nvSpPr>
        <p:spPr bwMode="auto">
          <a:xfrm>
            <a:off x="952804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9275289" name="Oval 129"/>
          <p:cNvSpPr/>
          <p:nvPr/>
        </p:nvSpPr>
        <p:spPr bwMode="auto">
          <a:xfrm>
            <a:off x="952804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9234488" name="Oval 130"/>
          <p:cNvSpPr/>
          <p:nvPr/>
        </p:nvSpPr>
        <p:spPr bwMode="auto">
          <a:xfrm>
            <a:off x="952804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6020001" name="Oval 131"/>
          <p:cNvSpPr/>
          <p:nvPr/>
        </p:nvSpPr>
        <p:spPr bwMode="auto">
          <a:xfrm>
            <a:off x="952804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5534658" name="Oval 132"/>
          <p:cNvSpPr/>
          <p:nvPr/>
        </p:nvSpPr>
        <p:spPr bwMode="auto">
          <a:xfrm>
            <a:off x="952804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3009637" name="Oval 133"/>
          <p:cNvSpPr/>
          <p:nvPr/>
        </p:nvSpPr>
        <p:spPr bwMode="auto">
          <a:xfrm>
            <a:off x="952804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971863" name="Oval 134"/>
          <p:cNvSpPr/>
          <p:nvPr/>
        </p:nvSpPr>
        <p:spPr bwMode="auto">
          <a:xfrm>
            <a:off x="952804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4439858" name="Oval 135"/>
          <p:cNvSpPr/>
          <p:nvPr/>
        </p:nvSpPr>
        <p:spPr bwMode="auto">
          <a:xfrm>
            <a:off x="952804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2756376" name="Oval 136"/>
          <p:cNvSpPr/>
          <p:nvPr/>
        </p:nvSpPr>
        <p:spPr bwMode="auto">
          <a:xfrm>
            <a:off x="952804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9344298" name="Oval 137"/>
          <p:cNvSpPr/>
          <p:nvPr/>
        </p:nvSpPr>
        <p:spPr bwMode="auto">
          <a:xfrm>
            <a:off x="952804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9198317" name="Oval 138"/>
          <p:cNvSpPr/>
          <p:nvPr/>
        </p:nvSpPr>
        <p:spPr bwMode="auto">
          <a:xfrm>
            <a:off x="952804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1863155" name="Oval 139"/>
          <p:cNvSpPr/>
          <p:nvPr/>
        </p:nvSpPr>
        <p:spPr bwMode="auto">
          <a:xfrm>
            <a:off x="952804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1615553" name="Oval 140"/>
          <p:cNvSpPr/>
          <p:nvPr/>
        </p:nvSpPr>
        <p:spPr bwMode="auto">
          <a:xfrm>
            <a:off x="952804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6622213" name="Oval 141"/>
          <p:cNvSpPr/>
          <p:nvPr/>
        </p:nvSpPr>
        <p:spPr bwMode="auto">
          <a:xfrm>
            <a:off x="952804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4042930" name="Oval 142"/>
          <p:cNvSpPr/>
          <p:nvPr/>
        </p:nvSpPr>
        <p:spPr bwMode="auto">
          <a:xfrm>
            <a:off x="9820656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6023007" name="Oval 143"/>
          <p:cNvSpPr/>
          <p:nvPr/>
        </p:nvSpPr>
        <p:spPr bwMode="auto">
          <a:xfrm>
            <a:off x="9820656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3090898" name="Oval 144"/>
          <p:cNvSpPr/>
          <p:nvPr/>
        </p:nvSpPr>
        <p:spPr bwMode="auto">
          <a:xfrm>
            <a:off x="9820656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046471" name="Oval 145"/>
          <p:cNvSpPr/>
          <p:nvPr/>
        </p:nvSpPr>
        <p:spPr bwMode="auto">
          <a:xfrm>
            <a:off x="9820656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0493793" name="Oval 146"/>
          <p:cNvSpPr/>
          <p:nvPr/>
        </p:nvSpPr>
        <p:spPr bwMode="auto">
          <a:xfrm>
            <a:off x="9820656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3195572" name="Oval 147"/>
          <p:cNvSpPr/>
          <p:nvPr/>
        </p:nvSpPr>
        <p:spPr bwMode="auto">
          <a:xfrm>
            <a:off x="9820656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2468836" name="Oval 148"/>
          <p:cNvSpPr/>
          <p:nvPr/>
        </p:nvSpPr>
        <p:spPr bwMode="auto">
          <a:xfrm>
            <a:off x="9820656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831061" name="Oval 149"/>
          <p:cNvSpPr/>
          <p:nvPr/>
        </p:nvSpPr>
        <p:spPr bwMode="auto">
          <a:xfrm>
            <a:off x="9820656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1343562" name="Oval 150"/>
          <p:cNvSpPr/>
          <p:nvPr/>
        </p:nvSpPr>
        <p:spPr bwMode="auto">
          <a:xfrm>
            <a:off x="9820656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6712258" name="Oval 151"/>
          <p:cNvSpPr/>
          <p:nvPr/>
        </p:nvSpPr>
        <p:spPr bwMode="auto">
          <a:xfrm>
            <a:off x="9820656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5734636" name="Oval 152"/>
          <p:cNvSpPr/>
          <p:nvPr/>
        </p:nvSpPr>
        <p:spPr bwMode="auto">
          <a:xfrm>
            <a:off x="9820656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7930598" name="Oval 153"/>
          <p:cNvSpPr/>
          <p:nvPr/>
        </p:nvSpPr>
        <p:spPr bwMode="auto">
          <a:xfrm>
            <a:off x="9820656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4743697" name="Oval 154"/>
          <p:cNvSpPr/>
          <p:nvPr/>
        </p:nvSpPr>
        <p:spPr bwMode="auto">
          <a:xfrm>
            <a:off x="9820656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7534254" name="Oval 155"/>
          <p:cNvSpPr/>
          <p:nvPr/>
        </p:nvSpPr>
        <p:spPr bwMode="auto">
          <a:xfrm>
            <a:off x="9820656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9083691" name="Oval 156"/>
          <p:cNvSpPr/>
          <p:nvPr/>
        </p:nvSpPr>
        <p:spPr bwMode="auto">
          <a:xfrm>
            <a:off x="9820656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0691520" name="Oval 157"/>
          <p:cNvSpPr/>
          <p:nvPr/>
        </p:nvSpPr>
        <p:spPr bwMode="auto">
          <a:xfrm>
            <a:off x="9820656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732514" name="Oval 158"/>
          <p:cNvSpPr/>
          <p:nvPr/>
        </p:nvSpPr>
        <p:spPr bwMode="auto">
          <a:xfrm>
            <a:off x="9820656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8661386" name="Oval 159"/>
          <p:cNvSpPr/>
          <p:nvPr/>
        </p:nvSpPr>
        <p:spPr bwMode="auto">
          <a:xfrm>
            <a:off x="9820656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2658385" name="Oval 160"/>
          <p:cNvSpPr/>
          <p:nvPr/>
        </p:nvSpPr>
        <p:spPr bwMode="auto">
          <a:xfrm>
            <a:off x="9820656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5373544" name="Oval 161"/>
          <p:cNvSpPr/>
          <p:nvPr/>
        </p:nvSpPr>
        <p:spPr bwMode="auto">
          <a:xfrm>
            <a:off x="9820656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0720809" name="Oval 162"/>
          <p:cNvSpPr/>
          <p:nvPr/>
        </p:nvSpPr>
        <p:spPr bwMode="auto">
          <a:xfrm>
            <a:off x="10113264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8771609" name="Oval 163"/>
          <p:cNvSpPr/>
          <p:nvPr/>
        </p:nvSpPr>
        <p:spPr bwMode="auto">
          <a:xfrm>
            <a:off x="10113264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9709732" name="Oval 164"/>
          <p:cNvSpPr/>
          <p:nvPr/>
        </p:nvSpPr>
        <p:spPr bwMode="auto">
          <a:xfrm>
            <a:off x="10113264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4454632" name="Oval 165"/>
          <p:cNvSpPr/>
          <p:nvPr/>
        </p:nvSpPr>
        <p:spPr bwMode="auto">
          <a:xfrm>
            <a:off x="10113264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760209" name="Oval 166"/>
          <p:cNvSpPr/>
          <p:nvPr/>
        </p:nvSpPr>
        <p:spPr bwMode="auto">
          <a:xfrm>
            <a:off x="10113264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195781" name="Oval 167"/>
          <p:cNvSpPr/>
          <p:nvPr/>
        </p:nvSpPr>
        <p:spPr bwMode="auto">
          <a:xfrm>
            <a:off x="10113264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1070908" name="Oval 168"/>
          <p:cNvSpPr/>
          <p:nvPr/>
        </p:nvSpPr>
        <p:spPr bwMode="auto">
          <a:xfrm>
            <a:off x="10113264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7178389" name="Oval 169"/>
          <p:cNvSpPr/>
          <p:nvPr/>
        </p:nvSpPr>
        <p:spPr bwMode="auto">
          <a:xfrm>
            <a:off x="10113264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5978433" name="Oval 170"/>
          <p:cNvSpPr/>
          <p:nvPr/>
        </p:nvSpPr>
        <p:spPr bwMode="auto">
          <a:xfrm>
            <a:off x="10113264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8968312" name="Oval 171"/>
          <p:cNvSpPr/>
          <p:nvPr/>
        </p:nvSpPr>
        <p:spPr bwMode="auto">
          <a:xfrm>
            <a:off x="10113264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2887011" name="Oval 172"/>
          <p:cNvSpPr/>
          <p:nvPr/>
        </p:nvSpPr>
        <p:spPr bwMode="auto">
          <a:xfrm>
            <a:off x="10113264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211874" name="Oval 173"/>
          <p:cNvSpPr/>
          <p:nvPr/>
        </p:nvSpPr>
        <p:spPr bwMode="auto">
          <a:xfrm>
            <a:off x="10113264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5530523" name="Oval 174"/>
          <p:cNvSpPr/>
          <p:nvPr/>
        </p:nvSpPr>
        <p:spPr bwMode="auto">
          <a:xfrm>
            <a:off x="10113264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4317159" name="Oval 175"/>
          <p:cNvSpPr/>
          <p:nvPr/>
        </p:nvSpPr>
        <p:spPr bwMode="auto">
          <a:xfrm>
            <a:off x="10113264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5781979" name="Oval 176"/>
          <p:cNvSpPr/>
          <p:nvPr/>
        </p:nvSpPr>
        <p:spPr bwMode="auto">
          <a:xfrm>
            <a:off x="10113264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7491772" name="Oval 177"/>
          <p:cNvSpPr/>
          <p:nvPr/>
        </p:nvSpPr>
        <p:spPr bwMode="auto">
          <a:xfrm>
            <a:off x="10113264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1652319" name="Oval 178"/>
          <p:cNvSpPr/>
          <p:nvPr/>
        </p:nvSpPr>
        <p:spPr bwMode="auto">
          <a:xfrm>
            <a:off x="10113264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0633559" name="Oval 179"/>
          <p:cNvSpPr/>
          <p:nvPr/>
        </p:nvSpPr>
        <p:spPr bwMode="auto">
          <a:xfrm>
            <a:off x="10113264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916074" name="Oval 180"/>
          <p:cNvSpPr/>
          <p:nvPr/>
        </p:nvSpPr>
        <p:spPr bwMode="auto">
          <a:xfrm>
            <a:off x="10113264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9800015" name="Oval 181"/>
          <p:cNvSpPr/>
          <p:nvPr/>
        </p:nvSpPr>
        <p:spPr bwMode="auto">
          <a:xfrm>
            <a:off x="10113264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6675399" name="Oval 182"/>
          <p:cNvSpPr/>
          <p:nvPr/>
        </p:nvSpPr>
        <p:spPr bwMode="auto">
          <a:xfrm>
            <a:off x="10405872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9624549" name="Oval 183"/>
          <p:cNvSpPr/>
          <p:nvPr/>
        </p:nvSpPr>
        <p:spPr bwMode="auto">
          <a:xfrm>
            <a:off x="10405872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7960596" name="Oval 184"/>
          <p:cNvSpPr/>
          <p:nvPr/>
        </p:nvSpPr>
        <p:spPr bwMode="auto">
          <a:xfrm>
            <a:off x="10405872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3183889" name="Oval 185"/>
          <p:cNvSpPr/>
          <p:nvPr/>
        </p:nvSpPr>
        <p:spPr bwMode="auto">
          <a:xfrm>
            <a:off x="10405872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0845618" name="Oval 186"/>
          <p:cNvSpPr/>
          <p:nvPr/>
        </p:nvSpPr>
        <p:spPr bwMode="auto">
          <a:xfrm>
            <a:off x="10405872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9358118" name="Oval 187"/>
          <p:cNvSpPr/>
          <p:nvPr/>
        </p:nvSpPr>
        <p:spPr bwMode="auto">
          <a:xfrm>
            <a:off x="10405872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1995071" name="Oval 188"/>
          <p:cNvSpPr/>
          <p:nvPr/>
        </p:nvSpPr>
        <p:spPr bwMode="auto">
          <a:xfrm>
            <a:off x="10405872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3045125" name="Oval 189"/>
          <p:cNvSpPr/>
          <p:nvPr/>
        </p:nvSpPr>
        <p:spPr bwMode="auto">
          <a:xfrm>
            <a:off x="10405872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9078932" name="Oval 190"/>
          <p:cNvSpPr/>
          <p:nvPr/>
        </p:nvSpPr>
        <p:spPr bwMode="auto">
          <a:xfrm>
            <a:off x="10405872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1130748" name="Oval 191"/>
          <p:cNvSpPr/>
          <p:nvPr/>
        </p:nvSpPr>
        <p:spPr bwMode="auto">
          <a:xfrm>
            <a:off x="10405872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7157503" name="Oval 192"/>
          <p:cNvSpPr/>
          <p:nvPr/>
        </p:nvSpPr>
        <p:spPr bwMode="auto">
          <a:xfrm>
            <a:off x="10405872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9269789" name="Oval 193"/>
          <p:cNvSpPr/>
          <p:nvPr/>
        </p:nvSpPr>
        <p:spPr bwMode="auto">
          <a:xfrm>
            <a:off x="10405872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4229279" name="Oval 194"/>
          <p:cNvSpPr/>
          <p:nvPr/>
        </p:nvSpPr>
        <p:spPr bwMode="auto">
          <a:xfrm>
            <a:off x="10405872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0847204" name="Oval 195"/>
          <p:cNvSpPr/>
          <p:nvPr/>
        </p:nvSpPr>
        <p:spPr bwMode="auto">
          <a:xfrm>
            <a:off x="10405872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787654" name="Oval 196"/>
          <p:cNvSpPr/>
          <p:nvPr/>
        </p:nvSpPr>
        <p:spPr bwMode="auto">
          <a:xfrm>
            <a:off x="10405872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8322611" name="Oval 197"/>
          <p:cNvSpPr/>
          <p:nvPr/>
        </p:nvSpPr>
        <p:spPr bwMode="auto">
          <a:xfrm>
            <a:off x="10405872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5182794" name="Oval 198"/>
          <p:cNvSpPr/>
          <p:nvPr/>
        </p:nvSpPr>
        <p:spPr bwMode="auto">
          <a:xfrm>
            <a:off x="10405872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2965154" name="Oval 199"/>
          <p:cNvSpPr/>
          <p:nvPr/>
        </p:nvSpPr>
        <p:spPr bwMode="auto">
          <a:xfrm>
            <a:off x="10405872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1526855" name="Oval 200"/>
          <p:cNvSpPr/>
          <p:nvPr/>
        </p:nvSpPr>
        <p:spPr bwMode="auto">
          <a:xfrm>
            <a:off x="10405872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3841981" name="Oval 201"/>
          <p:cNvSpPr/>
          <p:nvPr/>
        </p:nvSpPr>
        <p:spPr bwMode="auto">
          <a:xfrm>
            <a:off x="10405872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6143588" name="Oval 20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3954965" name="Oval 203"/>
          <p:cNvSpPr/>
          <p:nvPr/>
        </p:nvSpPr>
        <p:spPr bwMode="auto">
          <a:xfrm>
            <a:off x="1069848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6833956" name="Oval 204"/>
          <p:cNvSpPr/>
          <p:nvPr/>
        </p:nvSpPr>
        <p:spPr bwMode="auto">
          <a:xfrm>
            <a:off x="1069848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5023897" name="Oval 205"/>
          <p:cNvSpPr/>
          <p:nvPr/>
        </p:nvSpPr>
        <p:spPr bwMode="auto">
          <a:xfrm>
            <a:off x="1069848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0876944" name="Oval 206"/>
          <p:cNvSpPr/>
          <p:nvPr/>
        </p:nvSpPr>
        <p:spPr bwMode="auto">
          <a:xfrm>
            <a:off x="1069848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5400847" name="Oval 207"/>
          <p:cNvSpPr/>
          <p:nvPr/>
        </p:nvSpPr>
        <p:spPr bwMode="auto">
          <a:xfrm>
            <a:off x="1069848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5031106" name="Oval 208"/>
          <p:cNvSpPr/>
          <p:nvPr/>
        </p:nvSpPr>
        <p:spPr bwMode="auto">
          <a:xfrm>
            <a:off x="1069848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6351792" name="Oval 209"/>
          <p:cNvSpPr/>
          <p:nvPr/>
        </p:nvSpPr>
        <p:spPr bwMode="auto">
          <a:xfrm>
            <a:off x="1069848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4088512" name="Oval 210"/>
          <p:cNvSpPr/>
          <p:nvPr/>
        </p:nvSpPr>
        <p:spPr bwMode="auto">
          <a:xfrm>
            <a:off x="1069848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3675637" name="Oval 211"/>
          <p:cNvSpPr/>
          <p:nvPr/>
        </p:nvSpPr>
        <p:spPr bwMode="auto">
          <a:xfrm>
            <a:off x="1069848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125470" name="Oval 212"/>
          <p:cNvSpPr/>
          <p:nvPr/>
        </p:nvSpPr>
        <p:spPr bwMode="auto">
          <a:xfrm>
            <a:off x="1069848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5820588" name="Oval 213"/>
          <p:cNvSpPr/>
          <p:nvPr/>
        </p:nvSpPr>
        <p:spPr bwMode="auto">
          <a:xfrm>
            <a:off x="1069848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9975892" name="Oval 214"/>
          <p:cNvSpPr/>
          <p:nvPr/>
        </p:nvSpPr>
        <p:spPr bwMode="auto">
          <a:xfrm>
            <a:off x="1069848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3244899" name="Oval 215"/>
          <p:cNvSpPr/>
          <p:nvPr/>
        </p:nvSpPr>
        <p:spPr bwMode="auto">
          <a:xfrm>
            <a:off x="1069848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2308861" name="Oval 216"/>
          <p:cNvSpPr/>
          <p:nvPr/>
        </p:nvSpPr>
        <p:spPr bwMode="auto">
          <a:xfrm>
            <a:off x="1069848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8009451" name="Oval 217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9020162" name="Oval 218"/>
          <p:cNvSpPr/>
          <p:nvPr/>
        </p:nvSpPr>
        <p:spPr bwMode="auto">
          <a:xfrm>
            <a:off x="1069848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736463" name="Oval 219"/>
          <p:cNvSpPr/>
          <p:nvPr/>
        </p:nvSpPr>
        <p:spPr bwMode="auto">
          <a:xfrm>
            <a:off x="1069848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0426204" name="Oval 220"/>
          <p:cNvSpPr/>
          <p:nvPr/>
        </p:nvSpPr>
        <p:spPr bwMode="auto">
          <a:xfrm>
            <a:off x="1069848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1735073" name="Oval 221"/>
          <p:cNvSpPr/>
          <p:nvPr/>
        </p:nvSpPr>
        <p:spPr bwMode="auto">
          <a:xfrm>
            <a:off x="1069848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681428" name="Oval 222"/>
          <p:cNvSpPr/>
          <p:nvPr/>
        </p:nvSpPr>
        <p:spPr bwMode="auto">
          <a:xfrm>
            <a:off x="1099108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897466" name="Oval 223"/>
          <p:cNvSpPr/>
          <p:nvPr/>
        </p:nvSpPr>
        <p:spPr bwMode="auto">
          <a:xfrm>
            <a:off x="1099108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4780510" name="Oval 224"/>
          <p:cNvSpPr/>
          <p:nvPr/>
        </p:nvSpPr>
        <p:spPr bwMode="auto">
          <a:xfrm>
            <a:off x="1099108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2690285" name="Oval 225"/>
          <p:cNvSpPr/>
          <p:nvPr/>
        </p:nvSpPr>
        <p:spPr bwMode="auto">
          <a:xfrm>
            <a:off x="1099108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5095534" name="Oval 226"/>
          <p:cNvSpPr/>
          <p:nvPr/>
        </p:nvSpPr>
        <p:spPr bwMode="auto">
          <a:xfrm>
            <a:off x="1099108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0475907" name="Oval 227"/>
          <p:cNvSpPr/>
          <p:nvPr/>
        </p:nvSpPr>
        <p:spPr bwMode="auto">
          <a:xfrm>
            <a:off x="1099108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9002990" name="Oval 228"/>
          <p:cNvSpPr/>
          <p:nvPr/>
        </p:nvSpPr>
        <p:spPr bwMode="auto">
          <a:xfrm>
            <a:off x="1099108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0182721" name="Oval 229"/>
          <p:cNvSpPr/>
          <p:nvPr/>
        </p:nvSpPr>
        <p:spPr bwMode="auto">
          <a:xfrm>
            <a:off x="1099108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1493735" name="Oval 230"/>
          <p:cNvSpPr/>
          <p:nvPr/>
        </p:nvSpPr>
        <p:spPr bwMode="auto">
          <a:xfrm>
            <a:off x="1099108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6590869" name="Oval 231"/>
          <p:cNvSpPr/>
          <p:nvPr/>
        </p:nvSpPr>
        <p:spPr bwMode="auto">
          <a:xfrm>
            <a:off x="1099108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742121" name="Oval 232"/>
          <p:cNvSpPr/>
          <p:nvPr/>
        </p:nvSpPr>
        <p:spPr bwMode="auto">
          <a:xfrm>
            <a:off x="1099108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9647885" name="Oval 233"/>
          <p:cNvSpPr/>
          <p:nvPr/>
        </p:nvSpPr>
        <p:spPr bwMode="auto">
          <a:xfrm>
            <a:off x="1099108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3130905" name="Oval 234"/>
          <p:cNvSpPr/>
          <p:nvPr/>
        </p:nvSpPr>
        <p:spPr bwMode="auto">
          <a:xfrm>
            <a:off x="1099108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693177" name="Oval 235"/>
          <p:cNvSpPr/>
          <p:nvPr/>
        </p:nvSpPr>
        <p:spPr bwMode="auto">
          <a:xfrm>
            <a:off x="1099108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8883475" name="Oval 236"/>
          <p:cNvSpPr/>
          <p:nvPr/>
        </p:nvSpPr>
        <p:spPr bwMode="auto">
          <a:xfrm>
            <a:off x="1099108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6170265" name="Oval 237"/>
          <p:cNvSpPr/>
          <p:nvPr/>
        </p:nvSpPr>
        <p:spPr bwMode="auto">
          <a:xfrm>
            <a:off x="1099108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1429861" name="Oval 238"/>
          <p:cNvSpPr/>
          <p:nvPr/>
        </p:nvSpPr>
        <p:spPr bwMode="auto">
          <a:xfrm>
            <a:off x="1099108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9358897" name="Oval 239"/>
          <p:cNvSpPr/>
          <p:nvPr/>
        </p:nvSpPr>
        <p:spPr bwMode="auto">
          <a:xfrm>
            <a:off x="1099108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394240" name="Oval 240"/>
          <p:cNvSpPr/>
          <p:nvPr/>
        </p:nvSpPr>
        <p:spPr bwMode="auto">
          <a:xfrm>
            <a:off x="1099108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7952073" name="Oval 241"/>
          <p:cNvSpPr/>
          <p:nvPr/>
        </p:nvSpPr>
        <p:spPr bwMode="auto">
          <a:xfrm>
            <a:off x="1099108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8948535" name="TextBox 242"/>
          <p:cNvSpPr txBox="1"/>
          <p:nvPr/>
        </p:nvSpPr>
        <p:spPr bwMode="auto">
          <a:xfrm flipH="0" flipV="0">
            <a:off x="7912647" y="1984829"/>
            <a:ext cx="3517353" cy="29797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85000"/>
              </a:lnSpc>
              <a:defRPr/>
            </a:pPr>
            <a:r>
              <a:rPr sz="23000" b="1">
                <a:solidFill>
                  <a:srgbClr val="1C224A"/>
                </a:solidFill>
                <a:latin typeface="Montserrat"/>
              </a:rPr>
              <a:t>01</a:t>
            </a:r>
            <a:endParaRPr sz="100"/>
          </a:p>
        </p:txBody>
      </p:sp>
      <p:sp>
        <p:nvSpPr>
          <p:cNvPr id="787745318" name="Rounded Rectangle 243"/>
          <p:cNvSpPr/>
          <p:nvPr/>
        </p:nvSpPr>
        <p:spPr bwMode="auto">
          <a:xfrm>
            <a:off x="822960" y="2286000"/>
            <a:ext cx="137160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9324515" name="TextBox 244"/>
          <p:cNvSpPr txBox="1"/>
          <p:nvPr/>
        </p:nvSpPr>
        <p:spPr bwMode="auto">
          <a:xfrm>
            <a:off x="822960" y="23225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SECTION 01</a:t>
            </a:r>
            <a:endParaRPr/>
          </a:p>
        </p:txBody>
      </p:sp>
      <p:sp>
        <p:nvSpPr>
          <p:cNvPr id="1556792452" name="TextBox 245"/>
          <p:cNvSpPr txBox="1"/>
          <p:nvPr/>
        </p:nvSpPr>
        <p:spPr bwMode="auto">
          <a:xfrm>
            <a:off x="822960" y="274320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6800" b="1">
                <a:solidFill>
                  <a:srgbClr val="F5F7FA"/>
                </a:solidFill>
                <a:latin typeface="Montserrat"/>
              </a:rPr>
              <a:t>Le contexte.</a:t>
            </a:r>
            <a:endParaRPr/>
          </a:p>
        </p:txBody>
      </p:sp>
      <p:sp>
        <p:nvSpPr>
          <p:cNvPr id="818570313" name="Rectangle 246"/>
          <p:cNvSpPr/>
          <p:nvPr/>
        </p:nvSpPr>
        <p:spPr bwMode="auto">
          <a:xfrm>
            <a:off x="868680" y="4572000"/>
            <a:ext cx="1188720" cy="54864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7067495" name="TextBox 247"/>
          <p:cNvSpPr txBox="1"/>
          <p:nvPr/>
        </p:nvSpPr>
        <p:spPr bwMode="auto">
          <a:xfrm>
            <a:off x="822960" y="48006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2000" b="0">
                <a:solidFill>
                  <a:srgbClr val="C4CBE0"/>
                </a:solidFill>
                <a:latin typeface="Inter"/>
              </a:rPr>
              <a:t>Une banque, 45 211 appels, une seule question : pourquoi ?</a:t>
            </a:r>
            <a:endParaRPr/>
          </a:p>
        </p:txBody>
      </p:sp>
      <p:sp>
        <p:nvSpPr>
          <p:cNvPr id="664563078" name="Rectangle 248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017087" name="TextBox 249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9544973" name="TextBox 250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03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l"/>
      </p:transition>
    </mc:Choice>
    <mc:Fallback>
      <p:transition spd="med" advClick="1">
        <p:wipe dir="l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42250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0540442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2754649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4667637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3510524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0325503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996033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432830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625593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4930746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9536378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9426212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5784415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9227383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600021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962408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0314597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0456626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8401553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945062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8245458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7312320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5645078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2647212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9081695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9470285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878640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5419836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700667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7731565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5298423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6738370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7936588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024212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9878273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7454754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7019183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4898792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7226468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3912964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4775315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531696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3624086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8927748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1087671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6439033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8344179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6044442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2880230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6166010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0330714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3692305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419438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4580383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2338703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3829252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5836227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2863172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2510106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6379781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4958613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6009732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4715998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5901621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9914725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4474327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0035664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253459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1316468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0503894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5347874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1148065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9896605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0876293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3143190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246696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1545144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208183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9070060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1091243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5006172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5033601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95491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0153749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12329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9862178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6887360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119819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851156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970514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4696113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5931351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6413780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7856509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8495569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5649362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4906847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8910009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0355319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9754751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685818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0486868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3747154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4630896" name="Rectangle 104"/>
          <p:cNvSpPr/>
          <p:nvPr/>
        </p:nvSpPr>
        <p:spPr bwMode="auto">
          <a:xfrm>
            <a:off x="777240" y="457200"/>
            <a:ext cx="2020388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7309806" name="TextBox 105"/>
          <p:cNvSpPr txBox="1"/>
          <p:nvPr/>
        </p:nvSpPr>
        <p:spPr bwMode="auto"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PROBLÉMATIQUE</a:t>
            </a:r>
            <a:endParaRPr/>
          </a:p>
        </p:txBody>
      </p:sp>
      <p:sp>
        <p:nvSpPr>
          <p:cNvPr id="1317522419" name="TextBox 106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3800" b="1">
                <a:solidFill>
                  <a:srgbClr val="F5F7FA"/>
                </a:solidFill>
                <a:latin typeface="Montserrat"/>
              </a:rPr>
              <a:t>La bonne question avant les bonnes courbes.</a:t>
            </a:r>
            <a:endParaRPr/>
          </a:p>
        </p:txBody>
      </p:sp>
      <p:sp>
        <p:nvSpPr>
          <p:cNvPr id="404676305" name="Rounded Rectangle 107"/>
          <p:cNvSpPr/>
          <p:nvPr/>
        </p:nvSpPr>
        <p:spPr bwMode="auto">
          <a:xfrm>
            <a:off x="777240" y="2606040"/>
            <a:ext cx="10607040" cy="2468880"/>
          </a:xfrm>
          <a:prstGeom prst="roundRect">
            <a:avLst>
              <a:gd name="adj" fmla="val 16667"/>
            </a:avLst>
          </a:prstGeom>
          <a:solidFill>
            <a:srgbClr val="2A3366">
              <a:alpha val="50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711398" name="Rectangle 108"/>
          <p:cNvSpPr/>
          <p:nvPr/>
        </p:nvSpPr>
        <p:spPr bwMode="auto">
          <a:xfrm>
            <a:off x="777240" y="2606040"/>
            <a:ext cx="73152" cy="24688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8346580" name="TextBox 109"/>
          <p:cNvSpPr txBox="1"/>
          <p:nvPr/>
        </p:nvSpPr>
        <p:spPr bwMode="auto">
          <a:xfrm>
            <a:off x="1188720" y="26517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50000"/>
              </a:lnSpc>
              <a:defRPr/>
            </a:pPr>
            <a:r>
              <a:rPr sz="8000" b="1">
                <a:solidFill>
                  <a:srgbClr val="FFC64D"/>
                </a:solidFill>
                <a:latin typeface="Montserrat"/>
              </a:rPr>
              <a:t>“</a:t>
            </a:r>
            <a:endParaRPr/>
          </a:p>
        </p:txBody>
      </p:sp>
      <p:sp>
        <p:nvSpPr>
          <p:cNvPr id="72669158" name="TextBox 110"/>
          <p:cNvSpPr txBox="1"/>
          <p:nvPr/>
        </p:nvSpPr>
        <p:spPr bwMode="auto">
          <a:xfrm>
            <a:off x="1188720" y="333756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2200" b="1">
                <a:solidFill>
                  <a:srgbClr val="F5F7FA"/>
                </a:solidFill>
                <a:latin typeface="Montserrat"/>
              </a:rPr>
              <a:t>Quelles caractéristiques du client et de l'appel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2200" b="1">
                <a:solidFill>
                  <a:srgbClr val="F5F7FA"/>
                </a:solidFill>
                <a:latin typeface="Montserrat"/>
              </a:rPr>
              <a:t>sont associées au succès d'une souscription —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2200" b="1">
                <a:solidFill>
                  <a:srgbClr val="F5F7FA"/>
                </a:solidFill>
                <a:latin typeface="Montserrat"/>
              </a:rPr>
              <a:t>et comment optimiser les futures campagnes ?</a:t>
            </a:r>
            <a:endParaRPr/>
          </a:p>
        </p:txBody>
      </p:sp>
      <p:sp>
        <p:nvSpPr>
          <p:cNvPr id="1355538846" name="Rounded Rectangle 111"/>
          <p:cNvSpPr/>
          <p:nvPr/>
        </p:nvSpPr>
        <p:spPr bwMode="auto">
          <a:xfrm>
            <a:off x="777240" y="5440680"/>
            <a:ext cx="3520440" cy="86868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5283977" name="Rectangle 112"/>
          <p:cNvSpPr/>
          <p:nvPr/>
        </p:nvSpPr>
        <p:spPr bwMode="auto">
          <a:xfrm>
            <a:off x="777240" y="5440680"/>
            <a:ext cx="54864" cy="8686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6341116" name="TextBox 113"/>
          <p:cNvSpPr txBox="1"/>
          <p:nvPr/>
        </p:nvSpPr>
        <p:spPr bwMode="auto">
          <a:xfrm>
            <a:off x="1060702" y="55778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200">
                <a:solidFill>
                  <a:srgbClr val="8B92B3"/>
                </a:solidFill>
                <a:latin typeface="Montserrat"/>
              </a:rPr>
              <a:t>CLIENTS APPELÉS</a:t>
            </a:r>
            <a:endParaRPr/>
          </a:p>
        </p:txBody>
      </p:sp>
      <p:sp>
        <p:nvSpPr>
          <p:cNvPr id="501814916" name="TextBox 114"/>
          <p:cNvSpPr txBox="1"/>
          <p:nvPr/>
        </p:nvSpPr>
        <p:spPr bwMode="auto">
          <a:xfrm>
            <a:off x="1051560" y="5714999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800" b="1">
                <a:solidFill>
                  <a:srgbClr val="00E5B0"/>
                </a:solidFill>
                <a:latin typeface="Montserrat"/>
              </a:rPr>
              <a:t>45 211</a:t>
            </a:r>
            <a:endParaRPr/>
          </a:p>
        </p:txBody>
      </p:sp>
      <p:sp>
        <p:nvSpPr>
          <p:cNvPr id="725309357" name="Rounded Rectangle 115"/>
          <p:cNvSpPr/>
          <p:nvPr/>
        </p:nvSpPr>
        <p:spPr bwMode="auto">
          <a:xfrm>
            <a:off x="4526279" y="5440680"/>
            <a:ext cx="3520440" cy="86868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6338169" name="Rectangle 116"/>
          <p:cNvSpPr/>
          <p:nvPr/>
        </p:nvSpPr>
        <p:spPr bwMode="auto">
          <a:xfrm>
            <a:off x="4526279" y="5440680"/>
            <a:ext cx="54864" cy="868680"/>
          </a:xfrm>
          <a:prstGeom prst="rect">
            <a:avLst/>
          </a:prstGeom>
          <a:solidFill>
            <a:srgbClr val="6E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499134" name="TextBox 117"/>
          <p:cNvSpPr txBox="1"/>
          <p:nvPr/>
        </p:nvSpPr>
        <p:spPr bwMode="auto">
          <a:xfrm>
            <a:off x="4809742" y="552754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200">
                <a:solidFill>
                  <a:srgbClr val="8B92B3"/>
                </a:solidFill>
                <a:latin typeface="Montserrat"/>
              </a:rPr>
              <a:t>VARIABLES SUIVIES</a:t>
            </a:r>
            <a:endParaRPr/>
          </a:p>
        </p:txBody>
      </p:sp>
      <p:sp>
        <p:nvSpPr>
          <p:cNvPr id="803211546" name="TextBox 118"/>
          <p:cNvSpPr txBox="1"/>
          <p:nvPr/>
        </p:nvSpPr>
        <p:spPr bwMode="auto">
          <a:xfrm>
            <a:off x="4800598" y="5714999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800" b="1">
                <a:solidFill>
                  <a:srgbClr val="6E95FF"/>
                </a:solidFill>
                <a:latin typeface="Montserrat"/>
              </a:rPr>
              <a:t>17</a:t>
            </a:r>
            <a:endParaRPr/>
          </a:p>
        </p:txBody>
      </p:sp>
      <p:sp>
        <p:nvSpPr>
          <p:cNvPr id="451588114" name="Rounded Rectangle 119"/>
          <p:cNvSpPr/>
          <p:nvPr/>
        </p:nvSpPr>
        <p:spPr bwMode="auto">
          <a:xfrm>
            <a:off x="8275319" y="5440680"/>
            <a:ext cx="3520440" cy="86868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3799022" name="Rectangle 120"/>
          <p:cNvSpPr/>
          <p:nvPr/>
        </p:nvSpPr>
        <p:spPr bwMode="auto">
          <a:xfrm>
            <a:off x="8275319" y="5440680"/>
            <a:ext cx="54864" cy="8686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7182194" name="TextBox 121"/>
          <p:cNvSpPr txBox="1"/>
          <p:nvPr/>
        </p:nvSpPr>
        <p:spPr bwMode="auto">
          <a:xfrm>
            <a:off x="8549638" y="552754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200">
                <a:solidFill>
                  <a:srgbClr val="8B92B3"/>
                </a:solidFill>
                <a:latin typeface="Montserrat"/>
              </a:rPr>
              <a:t>TAUX DE SUCCÈS</a:t>
            </a:r>
            <a:endParaRPr/>
          </a:p>
        </p:txBody>
      </p:sp>
      <p:sp>
        <p:nvSpPr>
          <p:cNvPr id="1814516705" name="TextBox 122"/>
          <p:cNvSpPr txBox="1"/>
          <p:nvPr/>
        </p:nvSpPr>
        <p:spPr bwMode="auto">
          <a:xfrm>
            <a:off x="8549638" y="5714999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800" b="1">
                <a:solidFill>
                  <a:srgbClr val="FFC64D"/>
                </a:solidFill>
                <a:latin typeface="Montserrat"/>
              </a:rPr>
              <a:t>11.7 %</a:t>
            </a:r>
            <a:endParaRPr/>
          </a:p>
        </p:txBody>
      </p:sp>
      <p:sp>
        <p:nvSpPr>
          <p:cNvPr id="1568943386" name="Rectangle 123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4638553" name="TextBox 124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84404956" name="TextBox 125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04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555388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04" dur="500" fill="hold"/>
                                              <p:tgtEl>
                                                <p:spTgt spid="1355538846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2530935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14" dur="500" fill="hold"/>
                                              <p:tgtEl>
                                                <p:spTgt spid="725309357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0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515881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24" dur="500" fill="hold"/>
                                              <p:tgtEl>
                                                <p:spTgt spid="451588114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16753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6629613" name="Oval 2"/>
          <p:cNvSpPr/>
          <p:nvPr/>
        </p:nvSpPr>
        <p:spPr bwMode="auto">
          <a:xfrm>
            <a:off x="777240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6783937" name="Oval 3"/>
          <p:cNvSpPr/>
          <p:nvPr/>
        </p:nvSpPr>
        <p:spPr bwMode="auto">
          <a:xfrm>
            <a:off x="777240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2889539" name="Oval 4"/>
          <p:cNvSpPr/>
          <p:nvPr/>
        </p:nvSpPr>
        <p:spPr bwMode="auto">
          <a:xfrm>
            <a:off x="777240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4792318" name="Oval 5"/>
          <p:cNvSpPr/>
          <p:nvPr/>
        </p:nvSpPr>
        <p:spPr bwMode="auto">
          <a:xfrm>
            <a:off x="777240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4673463" name="Oval 6"/>
          <p:cNvSpPr/>
          <p:nvPr/>
        </p:nvSpPr>
        <p:spPr bwMode="auto">
          <a:xfrm>
            <a:off x="777240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2993967" name="Oval 7"/>
          <p:cNvSpPr/>
          <p:nvPr/>
        </p:nvSpPr>
        <p:spPr bwMode="auto">
          <a:xfrm>
            <a:off x="777240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5408139" name="Oval 8"/>
          <p:cNvSpPr/>
          <p:nvPr/>
        </p:nvSpPr>
        <p:spPr bwMode="auto">
          <a:xfrm>
            <a:off x="777240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209647" name="Oval 9"/>
          <p:cNvSpPr/>
          <p:nvPr/>
        </p:nvSpPr>
        <p:spPr bwMode="auto">
          <a:xfrm>
            <a:off x="777240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2077524" name="Oval 10"/>
          <p:cNvSpPr/>
          <p:nvPr/>
        </p:nvSpPr>
        <p:spPr bwMode="auto">
          <a:xfrm>
            <a:off x="777240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7499344" name="Oval 11"/>
          <p:cNvSpPr/>
          <p:nvPr/>
        </p:nvSpPr>
        <p:spPr bwMode="auto">
          <a:xfrm>
            <a:off x="777240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7565970" name="Oval 12"/>
          <p:cNvSpPr/>
          <p:nvPr/>
        </p:nvSpPr>
        <p:spPr bwMode="auto">
          <a:xfrm>
            <a:off x="777240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7829238" name="Oval 13"/>
          <p:cNvSpPr/>
          <p:nvPr/>
        </p:nvSpPr>
        <p:spPr bwMode="auto">
          <a:xfrm>
            <a:off x="777240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401989" name="Oval 14"/>
          <p:cNvSpPr/>
          <p:nvPr/>
        </p:nvSpPr>
        <p:spPr bwMode="auto">
          <a:xfrm>
            <a:off x="777240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5321096" name="Oval 15"/>
          <p:cNvSpPr/>
          <p:nvPr/>
        </p:nvSpPr>
        <p:spPr bwMode="auto">
          <a:xfrm>
            <a:off x="777240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4625471" name="Oval 16"/>
          <p:cNvSpPr/>
          <p:nvPr/>
        </p:nvSpPr>
        <p:spPr bwMode="auto">
          <a:xfrm>
            <a:off x="777240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4807885" name="Oval 17"/>
          <p:cNvSpPr/>
          <p:nvPr/>
        </p:nvSpPr>
        <p:spPr bwMode="auto">
          <a:xfrm>
            <a:off x="777240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3961893" name="Oval 18"/>
          <p:cNvSpPr/>
          <p:nvPr/>
        </p:nvSpPr>
        <p:spPr bwMode="auto">
          <a:xfrm>
            <a:off x="777240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4128017" name="Oval 19"/>
          <p:cNvSpPr/>
          <p:nvPr/>
        </p:nvSpPr>
        <p:spPr bwMode="auto">
          <a:xfrm>
            <a:off x="777240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5307600" name="Oval 20"/>
          <p:cNvSpPr/>
          <p:nvPr/>
        </p:nvSpPr>
        <p:spPr bwMode="auto">
          <a:xfrm>
            <a:off x="777240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0337761" name="Oval 21"/>
          <p:cNvSpPr/>
          <p:nvPr/>
        </p:nvSpPr>
        <p:spPr bwMode="auto">
          <a:xfrm>
            <a:off x="777240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5037463" name="Oval 22"/>
          <p:cNvSpPr/>
          <p:nvPr/>
        </p:nvSpPr>
        <p:spPr bwMode="auto">
          <a:xfrm>
            <a:off x="806500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4698713" name="Oval 23"/>
          <p:cNvSpPr/>
          <p:nvPr/>
        </p:nvSpPr>
        <p:spPr bwMode="auto">
          <a:xfrm>
            <a:off x="806500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5144177" name="Oval 24"/>
          <p:cNvSpPr/>
          <p:nvPr/>
        </p:nvSpPr>
        <p:spPr bwMode="auto">
          <a:xfrm>
            <a:off x="806500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8463525" name="Oval 25"/>
          <p:cNvSpPr/>
          <p:nvPr/>
        </p:nvSpPr>
        <p:spPr bwMode="auto">
          <a:xfrm>
            <a:off x="806500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9789486" name="Oval 26"/>
          <p:cNvSpPr/>
          <p:nvPr/>
        </p:nvSpPr>
        <p:spPr bwMode="auto">
          <a:xfrm>
            <a:off x="806500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1514872" name="Oval 27"/>
          <p:cNvSpPr/>
          <p:nvPr/>
        </p:nvSpPr>
        <p:spPr bwMode="auto">
          <a:xfrm>
            <a:off x="806500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1830273" name="Oval 28"/>
          <p:cNvSpPr/>
          <p:nvPr/>
        </p:nvSpPr>
        <p:spPr bwMode="auto">
          <a:xfrm>
            <a:off x="806500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7375907" name="Oval 29"/>
          <p:cNvSpPr/>
          <p:nvPr/>
        </p:nvSpPr>
        <p:spPr bwMode="auto">
          <a:xfrm>
            <a:off x="806500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8934167" name="Oval 30"/>
          <p:cNvSpPr/>
          <p:nvPr/>
        </p:nvSpPr>
        <p:spPr bwMode="auto">
          <a:xfrm>
            <a:off x="806500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7914078" name="Oval 31"/>
          <p:cNvSpPr/>
          <p:nvPr/>
        </p:nvSpPr>
        <p:spPr bwMode="auto">
          <a:xfrm>
            <a:off x="806500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3426066" name="Oval 32"/>
          <p:cNvSpPr/>
          <p:nvPr/>
        </p:nvSpPr>
        <p:spPr bwMode="auto">
          <a:xfrm>
            <a:off x="806500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1115728" name="Oval 33"/>
          <p:cNvSpPr/>
          <p:nvPr/>
        </p:nvSpPr>
        <p:spPr bwMode="auto">
          <a:xfrm>
            <a:off x="806500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593215" name="Oval 34"/>
          <p:cNvSpPr/>
          <p:nvPr/>
        </p:nvSpPr>
        <p:spPr bwMode="auto">
          <a:xfrm>
            <a:off x="806500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5159563" name="Oval 35"/>
          <p:cNvSpPr/>
          <p:nvPr/>
        </p:nvSpPr>
        <p:spPr bwMode="auto">
          <a:xfrm>
            <a:off x="806500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4419873" name="Oval 36"/>
          <p:cNvSpPr/>
          <p:nvPr/>
        </p:nvSpPr>
        <p:spPr bwMode="auto">
          <a:xfrm>
            <a:off x="806500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3105410" name="Oval 37"/>
          <p:cNvSpPr/>
          <p:nvPr/>
        </p:nvSpPr>
        <p:spPr bwMode="auto">
          <a:xfrm>
            <a:off x="806500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7316834" name="Oval 38"/>
          <p:cNvSpPr/>
          <p:nvPr/>
        </p:nvSpPr>
        <p:spPr bwMode="auto">
          <a:xfrm>
            <a:off x="806500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3998891" name="Oval 39"/>
          <p:cNvSpPr/>
          <p:nvPr/>
        </p:nvSpPr>
        <p:spPr bwMode="auto">
          <a:xfrm>
            <a:off x="806500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4899759" name="Oval 40"/>
          <p:cNvSpPr/>
          <p:nvPr/>
        </p:nvSpPr>
        <p:spPr bwMode="auto">
          <a:xfrm>
            <a:off x="806500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9325179" name="Oval 41"/>
          <p:cNvSpPr/>
          <p:nvPr/>
        </p:nvSpPr>
        <p:spPr bwMode="auto">
          <a:xfrm>
            <a:off x="806500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603244" name="Oval 42"/>
          <p:cNvSpPr/>
          <p:nvPr/>
        </p:nvSpPr>
        <p:spPr bwMode="auto">
          <a:xfrm>
            <a:off x="8357616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1763123" name="Oval 43"/>
          <p:cNvSpPr/>
          <p:nvPr/>
        </p:nvSpPr>
        <p:spPr bwMode="auto">
          <a:xfrm>
            <a:off x="8357616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0369713" name="Oval 44"/>
          <p:cNvSpPr/>
          <p:nvPr/>
        </p:nvSpPr>
        <p:spPr bwMode="auto">
          <a:xfrm>
            <a:off x="8357616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5666557" name="Oval 45"/>
          <p:cNvSpPr/>
          <p:nvPr/>
        </p:nvSpPr>
        <p:spPr bwMode="auto">
          <a:xfrm>
            <a:off x="8357616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6153487" name="Oval 46"/>
          <p:cNvSpPr/>
          <p:nvPr/>
        </p:nvSpPr>
        <p:spPr bwMode="auto">
          <a:xfrm>
            <a:off x="8357616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8448561" name="Oval 47"/>
          <p:cNvSpPr/>
          <p:nvPr/>
        </p:nvSpPr>
        <p:spPr bwMode="auto">
          <a:xfrm>
            <a:off x="8357616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6962996" name="Oval 48"/>
          <p:cNvSpPr/>
          <p:nvPr/>
        </p:nvSpPr>
        <p:spPr bwMode="auto">
          <a:xfrm>
            <a:off x="8357616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2776916" name="Oval 49"/>
          <p:cNvSpPr/>
          <p:nvPr/>
        </p:nvSpPr>
        <p:spPr bwMode="auto">
          <a:xfrm>
            <a:off x="8357616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6557492" name="Oval 50"/>
          <p:cNvSpPr/>
          <p:nvPr/>
        </p:nvSpPr>
        <p:spPr bwMode="auto">
          <a:xfrm>
            <a:off x="8357616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6525475" name="Oval 51"/>
          <p:cNvSpPr/>
          <p:nvPr/>
        </p:nvSpPr>
        <p:spPr bwMode="auto">
          <a:xfrm>
            <a:off x="8357616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463475" name="Oval 52"/>
          <p:cNvSpPr/>
          <p:nvPr/>
        </p:nvSpPr>
        <p:spPr bwMode="auto">
          <a:xfrm>
            <a:off x="8357616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2766796" name="Oval 53"/>
          <p:cNvSpPr/>
          <p:nvPr/>
        </p:nvSpPr>
        <p:spPr bwMode="auto">
          <a:xfrm>
            <a:off x="8357616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2418740" name="Oval 54"/>
          <p:cNvSpPr/>
          <p:nvPr/>
        </p:nvSpPr>
        <p:spPr bwMode="auto">
          <a:xfrm>
            <a:off x="8357616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0689427" name="Oval 55"/>
          <p:cNvSpPr/>
          <p:nvPr/>
        </p:nvSpPr>
        <p:spPr bwMode="auto">
          <a:xfrm>
            <a:off x="8357616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775492" name="Oval 56"/>
          <p:cNvSpPr/>
          <p:nvPr/>
        </p:nvSpPr>
        <p:spPr bwMode="auto">
          <a:xfrm>
            <a:off x="8357616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7931639" name="Oval 57"/>
          <p:cNvSpPr/>
          <p:nvPr/>
        </p:nvSpPr>
        <p:spPr bwMode="auto">
          <a:xfrm>
            <a:off x="8357616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8750314" name="Oval 58"/>
          <p:cNvSpPr/>
          <p:nvPr/>
        </p:nvSpPr>
        <p:spPr bwMode="auto">
          <a:xfrm>
            <a:off x="8357616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2674667" name="Oval 59"/>
          <p:cNvSpPr/>
          <p:nvPr/>
        </p:nvSpPr>
        <p:spPr bwMode="auto">
          <a:xfrm>
            <a:off x="8357616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5644481" name="Oval 60"/>
          <p:cNvSpPr/>
          <p:nvPr/>
        </p:nvSpPr>
        <p:spPr bwMode="auto">
          <a:xfrm>
            <a:off x="8357616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2578420" name="Oval 61"/>
          <p:cNvSpPr/>
          <p:nvPr/>
        </p:nvSpPr>
        <p:spPr bwMode="auto">
          <a:xfrm>
            <a:off x="8357616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6205798" name="Oval 62"/>
          <p:cNvSpPr/>
          <p:nvPr/>
        </p:nvSpPr>
        <p:spPr bwMode="auto">
          <a:xfrm>
            <a:off x="8650224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0193790" name="Oval 63"/>
          <p:cNvSpPr/>
          <p:nvPr/>
        </p:nvSpPr>
        <p:spPr bwMode="auto">
          <a:xfrm>
            <a:off x="8650224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6828839" name="Oval 64"/>
          <p:cNvSpPr/>
          <p:nvPr/>
        </p:nvSpPr>
        <p:spPr bwMode="auto">
          <a:xfrm>
            <a:off x="8650224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2692824" name="Oval 65"/>
          <p:cNvSpPr/>
          <p:nvPr/>
        </p:nvSpPr>
        <p:spPr bwMode="auto">
          <a:xfrm>
            <a:off x="8650224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3270189" name="Oval 66"/>
          <p:cNvSpPr/>
          <p:nvPr/>
        </p:nvSpPr>
        <p:spPr bwMode="auto">
          <a:xfrm>
            <a:off x="8650224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691809" name="Oval 67"/>
          <p:cNvSpPr/>
          <p:nvPr/>
        </p:nvSpPr>
        <p:spPr bwMode="auto">
          <a:xfrm>
            <a:off x="8650224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3412530" name="Oval 68"/>
          <p:cNvSpPr/>
          <p:nvPr/>
        </p:nvSpPr>
        <p:spPr bwMode="auto">
          <a:xfrm>
            <a:off x="8650224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3566409" name="Oval 69"/>
          <p:cNvSpPr/>
          <p:nvPr/>
        </p:nvSpPr>
        <p:spPr bwMode="auto">
          <a:xfrm>
            <a:off x="8650224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3040774" name="Oval 70"/>
          <p:cNvSpPr/>
          <p:nvPr/>
        </p:nvSpPr>
        <p:spPr bwMode="auto">
          <a:xfrm>
            <a:off x="8650224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7618203" name="Oval 71"/>
          <p:cNvSpPr/>
          <p:nvPr/>
        </p:nvSpPr>
        <p:spPr bwMode="auto">
          <a:xfrm>
            <a:off x="8650224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8040220" name="Oval 72"/>
          <p:cNvSpPr/>
          <p:nvPr/>
        </p:nvSpPr>
        <p:spPr bwMode="auto">
          <a:xfrm>
            <a:off x="8650224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7520841" name="Oval 73"/>
          <p:cNvSpPr/>
          <p:nvPr/>
        </p:nvSpPr>
        <p:spPr bwMode="auto">
          <a:xfrm>
            <a:off x="8650224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4428721" name="Oval 74"/>
          <p:cNvSpPr/>
          <p:nvPr/>
        </p:nvSpPr>
        <p:spPr bwMode="auto">
          <a:xfrm>
            <a:off x="8650224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3850258" name="Oval 75"/>
          <p:cNvSpPr/>
          <p:nvPr/>
        </p:nvSpPr>
        <p:spPr bwMode="auto">
          <a:xfrm>
            <a:off x="8650224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0948666" name="Oval 76"/>
          <p:cNvSpPr/>
          <p:nvPr/>
        </p:nvSpPr>
        <p:spPr bwMode="auto">
          <a:xfrm>
            <a:off x="8650224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7571826" name="Oval 77"/>
          <p:cNvSpPr/>
          <p:nvPr/>
        </p:nvSpPr>
        <p:spPr bwMode="auto">
          <a:xfrm>
            <a:off x="8650224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2421601" name="Oval 78"/>
          <p:cNvSpPr/>
          <p:nvPr/>
        </p:nvSpPr>
        <p:spPr bwMode="auto">
          <a:xfrm>
            <a:off x="8650224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0420341" name="Oval 79"/>
          <p:cNvSpPr/>
          <p:nvPr/>
        </p:nvSpPr>
        <p:spPr bwMode="auto">
          <a:xfrm>
            <a:off x="8650224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8570202" name="Oval 80"/>
          <p:cNvSpPr/>
          <p:nvPr/>
        </p:nvSpPr>
        <p:spPr bwMode="auto">
          <a:xfrm>
            <a:off x="8650224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9764472" name="Oval 81"/>
          <p:cNvSpPr/>
          <p:nvPr/>
        </p:nvSpPr>
        <p:spPr bwMode="auto">
          <a:xfrm>
            <a:off x="8650224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0371623" name="Oval 82"/>
          <p:cNvSpPr/>
          <p:nvPr/>
        </p:nvSpPr>
        <p:spPr bwMode="auto">
          <a:xfrm>
            <a:off x="8942832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3140167" name="Oval 83"/>
          <p:cNvSpPr/>
          <p:nvPr/>
        </p:nvSpPr>
        <p:spPr bwMode="auto">
          <a:xfrm>
            <a:off x="8942832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5872986" name="Oval 84"/>
          <p:cNvSpPr/>
          <p:nvPr/>
        </p:nvSpPr>
        <p:spPr bwMode="auto">
          <a:xfrm>
            <a:off x="8942832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9491158" name="Oval 85"/>
          <p:cNvSpPr/>
          <p:nvPr/>
        </p:nvSpPr>
        <p:spPr bwMode="auto">
          <a:xfrm>
            <a:off x="8942832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0757108" name="Oval 86"/>
          <p:cNvSpPr/>
          <p:nvPr/>
        </p:nvSpPr>
        <p:spPr bwMode="auto">
          <a:xfrm>
            <a:off x="8942832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419898" name="Oval 87"/>
          <p:cNvSpPr/>
          <p:nvPr/>
        </p:nvSpPr>
        <p:spPr bwMode="auto">
          <a:xfrm>
            <a:off x="8942832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0626440" name="Oval 88"/>
          <p:cNvSpPr/>
          <p:nvPr/>
        </p:nvSpPr>
        <p:spPr bwMode="auto">
          <a:xfrm>
            <a:off x="8942832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1931202" name="Oval 89"/>
          <p:cNvSpPr/>
          <p:nvPr/>
        </p:nvSpPr>
        <p:spPr bwMode="auto">
          <a:xfrm>
            <a:off x="8942832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9963494" name="Oval 90"/>
          <p:cNvSpPr/>
          <p:nvPr/>
        </p:nvSpPr>
        <p:spPr bwMode="auto">
          <a:xfrm>
            <a:off x="8942832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1217499" name="Oval 91"/>
          <p:cNvSpPr/>
          <p:nvPr/>
        </p:nvSpPr>
        <p:spPr bwMode="auto">
          <a:xfrm>
            <a:off x="8942832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5003226" name="Oval 92"/>
          <p:cNvSpPr/>
          <p:nvPr/>
        </p:nvSpPr>
        <p:spPr bwMode="auto">
          <a:xfrm>
            <a:off x="8942832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7719855" name="Oval 93"/>
          <p:cNvSpPr/>
          <p:nvPr/>
        </p:nvSpPr>
        <p:spPr bwMode="auto">
          <a:xfrm>
            <a:off x="8942832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9971232" name="Oval 94"/>
          <p:cNvSpPr/>
          <p:nvPr/>
        </p:nvSpPr>
        <p:spPr bwMode="auto">
          <a:xfrm>
            <a:off x="8942832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821311" name="Oval 95"/>
          <p:cNvSpPr/>
          <p:nvPr/>
        </p:nvSpPr>
        <p:spPr bwMode="auto">
          <a:xfrm>
            <a:off x="8942832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9287687" name="Oval 96"/>
          <p:cNvSpPr/>
          <p:nvPr/>
        </p:nvSpPr>
        <p:spPr bwMode="auto">
          <a:xfrm>
            <a:off x="8942832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8150884" name="Oval 97"/>
          <p:cNvSpPr/>
          <p:nvPr/>
        </p:nvSpPr>
        <p:spPr bwMode="auto">
          <a:xfrm>
            <a:off x="8942832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4566035" name="Oval 98"/>
          <p:cNvSpPr/>
          <p:nvPr/>
        </p:nvSpPr>
        <p:spPr bwMode="auto">
          <a:xfrm>
            <a:off x="8942832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9491527" name="Oval 99"/>
          <p:cNvSpPr/>
          <p:nvPr/>
        </p:nvSpPr>
        <p:spPr bwMode="auto">
          <a:xfrm>
            <a:off x="8942832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7760891" name="Oval 100"/>
          <p:cNvSpPr/>
          <p:nvPr/>
        </p:nvSpPr>
        <p:spPr bwMode="auto">
          <a:xfrm>
            <a:off x="8942832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1395069" name="Oval 101"/>
          <p:cNvSpPr/>
          <p:nvPr/>
        </p:nvSpPr>
        <p:spPr bwMode="auto">
          <a:xfrm>
            <a:off x="8942832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3335772" name="Oval 102"/>
          <p:cNvSpPr/>
          <p:nvPr/>
        </p:nvSpPr>
        <p:spPr bwMode="auto">
          <a:xfrm>
            <a:off x="923544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613554" name="Oval 103"/>
          <p:cNvSpPr/>
          <p:nvPr/>
        </p:nvSpPr>
        <p:spPr bwMode="auto">
          <a:xfrm>
            <a:off x="923544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1808908" name="Oval 104"/>
          <p:cNvSpPr/>
          <p:nvPr/>
        </p:nvSpPr>
        <p:spPr bwMode="auto">
          <a:xfrm>
            <a:off x="923544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9899047" name="Oval 105"/>
          <p:cNvSpPr/>
          <p:nvPr/>
        </p:nvSpPr>
        <p:spPr bwMode="auto">
          <a:xfrm>
            <a:off x="923544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9095664" name="Oval 106"/>
          <p:cNvSpPr/>
          <p:nvPr/>
        </p:nvSpPr>
        <p:spPr bwMode="auto">
          <a:xfrm>
            <a:off x="923544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1625041" name="Oval 107"/>
          <p:cNvSpPr/>
          <p:nvPr/>
        </p:nvSpPr>
        <p:spPr bwMode="auto">
          <a:xfrm>
            <a:off x="923544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9465119" name="Oval 108"/>
          <p:cNvSpPr/>
          <p:nvPr/>
        </p:nvSpPr>
        <p:spPr bwMode="auto">
          <a:xfrm>
            <a:off x="923544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766112" name="Oval 109"/>
          <p:cNvSpPr/>
          <p:nvPr/>
        </p:nvSpPr>
        <p:spPr bwMode="auto">
          <a:xfrm>
            <a:off x="923544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7622534" name="Oval 110"/>
          <p:cNvSpPr/>
          <p:nvPr/>
        </p:nvSpPr>
        <p:spPr bwMode="auto">
          <a:xfrm>
            <a:off x="923544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5946923" name="Oval 111"/>
          <p:cNvSpPr/>
          <p:nvPr/>
        </p:nvSpPr>
        <p:spPr bwMode="auto">
          <a:xfrm>
            <a:off x="923544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7213114" name="Oval 112"/>
          <p:cNvSpPr/>
          <p:nvPr/>
        </p:nvSpPr>
        <p:spPr bwMode="auto">
          <a:xfrm>
            <a:off x="923544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4358334" name="Oval 113"/>
          <p:cNvSpPr/>
          <p:nvPr/>
        </p:nvSpPr>
        <p:spPr bwMode="auto">
          <a:xfrm>
            <a:off x="923544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0784630" name="Oval 114"/>
          <p:cNvSpPr/>
          <p:nvPr/>
        </p:nvSpPr>
        <p:spPr bwMode="auto">
          <a:xfrm>
            <a:off x="923544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0857094" name="Oval 115"/>
          <p:cNvSpPr/>
          <p:nvPr/>
        </p:nvSpPr>
        <p:spPr bwMode="auto">
          <a:xfrm>
            <a:off x="923544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5100531" name="Oval 116"/>
          <p:cNvSpPr/>
          <p:nvPr/>
        </p:nvSpPr>
        <p:spPr bwMode="auto">
          <a:xfrm>
            <a:off x="923544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4734008" name="Oval 117"/>
          <p:cNvSpPr/>
          <p:nvPr/>
        </p:nvSpPr>
        <p:spPr bwMode="auto">
          <a:xfrm>
            <a:off x="923544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2538447" name="Oval 118"/>
          <p:cNvSpPr/>
          <p:nvPr/>
        </p:nvSpPr>
        <p:spPr bwMode="auto">
          <a:xfrm>
            <a:off x="923544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272305" name="Oval 119"/>
          <p:cNvSpPr/>
          <p:nvPr/>
        </p:nvSpPr>
        <p:spPr bwMode="auto">
          <a:xfrm>
            <a:off x="923544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2305220" name="Oval 120"/>
          <p:cNvSpPr/>
          <p:nvPr/>
        </p:nvSpPr>
        <p:spPr bwMode="auto">
          <a:xfrm>
            <a:off x="923544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9292871" name="Oval 121"/>
          <p:cNvSpPr/>
          <p:nvPr/>
        </p:nvSpPr>
        <p:spPr bwMode="auto">
          <a:xfrm>
            <a:off x="923544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6639930" name="Oval 122"/>
          <p:cNvSpPr/>
          <p:nvPr/>
        </p:nvSpPr>
        <p:spPr bwMode="auto">
          <a:xfrm>
            <a:off x="952804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8354342" name="Oval 123"/>
          <p:cNvSpPr/>
          <p:nvPr/>
        </p:nvSpPr>
        <p:spPr bwMode="auto">
          <a:xfrm>
            <a:off x="952804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4696116" name="Oval 124"/>
          <p:cNvSpPr/>
          <p:nvPr/>
        </p:nvSpPr>
        <p:spPr bwMode="auto">
          <a:xfrm>
            <a:off x="952804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4717065" name="Oval 125"/>
          <p:cNvSpPr/>
          <p:nvPr/>
        </p:nvSpPr>
        <p:spPr bwMode="auto">
          <a:xfrm>
            <a:off x="952804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8809218" name="Oval 126"/>
          <p:cNvSpPr/>
          <p:nvPr/>
        </p:nvSpPr>
        <p:spPr bwMode="auto">
          <a:xfrm>
            <a:off x="952804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0342328" name="Oval 127"/>
          <p:cNvSpPr/>
          <p:nvPr/>
        </p:nvSpPr>
        <p:spPr bwMode="auto">
          <a:xfrm>
            <a:off x="952804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1781080" name="Oval 128"/>
          <p:cNvSpPr/>
          <p:nvPr/>
        </p:nvSpPr>
        <p:spPr bwMode="auto">
          <a:xfrm>
            <a:off x="952804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7145661" name="Oval 129"/>
          <p:cNvSpPr/>
          <p:nvPr/>
        </p:nvSpPr>
        <p:spPr bwMode="auto">
          <a:xfrm>
            <a:off x="952804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9580777" name="Oval 130"/>
          <p:cNvSpPr/>
          <p:nvPr/>
        </p:nvSpPr>
        <p:spPr bwMode="auto">
          <a:xfrm>
            <a:off x="952804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0011084" name="Oval 131"/>
          <p:cNvSpPr/>
          <p:nvPr/>
        </p:nvSpPr>
        <p:spPr bwMode="auto">
          <a:xfrm>
            <a:off x="952804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6945310" name="Oval 132"/>
          <p:cNvSpPr/>
          <p:nvPr/>
        </p:nvSpPr>
        <p:spPr bwMode="auto">
          <a:xfrm>
            <a:off x="952804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6007916" name="Oval 133"/>
          <p:cNvSpPr/>
          <p:nvPr/>
        </p:nvSpPr>
        <p:spPr bwMode="auto">
          <a:xfrm>
            <a:off x="952804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5335176" name="Oval 134"/>
          <p:cNvSpPr/>
          <p:nvPr/>
        </p:nvSpPr>
        <p:spPr bwMode="auto">
          <a:xfrm>
            <a:off x="952804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071278" name="Oval 135"/>
          <p:cNvSpPr/>
          <p:nvPr/>
        </p:nvSpPr>
        <p:spPr bwMode="auto">
          <a:xfrm>
            <a:off x="952804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5685453" name="Oval 136"/>
          <p:cNvSpPr/>
          <p:nvPr/>
        </p:nvSpPr>
        <p:spPr bwMode="auto">
          <a:xfrm>
            <a:off x="952804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1413214" name="Oval 137"/>
          <p:cNvSpPr/>
          <p:nvPr/>
        </p:nvSpPr>
        <p:spPr bwMode="auto">
          <a:xfrm>
            <a:off x="952804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7994688" name="Oval 138"/>
          <p:cNvSpPr/>
          <p:nvPr/>
        </p:nvSpPr>
        <p:spPr bwMode="auto">
          <a:xfrm>
            <a:off x="952804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5824015" name="Oval 139"/>
          <p:cNvSpPr/>
          <p:nvPr/>
        </p:nvSpPr>
        <p:spPr bwMode="auto">
          <a:xfrm>
            <a:off x="952804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5076129" name="Oval 140"/>
          <p:cNvSpPr/>
          <p:nvPr/>
        </p:nvSpPr>
        <p:spPr bwMode="auto">
          <a:xfrm>
            <a:off x="952804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1048089" name="Oval 141"/>
          <p:cNvSpPr/>
          <p:nvPr/>
        </p:nvSpPr>
        <p:spPr bwMode="auto">
          <a:xfrm>
            <a:off x="952804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6899875" name="Oval 142"/>
          <p:cNvSpPr/>
          <p:nvPr/>
        </p:nvSpPr>
        <p:spPr bwMode="auto">
          <a:xfrm>
            <a:off x="9820656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3617290" name="Oval 143"/>
          <p:cNvSpPr/>
          <p:nvPr/>
        </p:nvSpPr>
        <p:spPr bwMode="auto">
          <a:xfrm>
            <a:off x="9820656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6167595" name="Oval 144"/>
          <p:cNvSpPr/>
          <p:nvPr/>
        </p:nvSpPr>
        <p:spPr bwMode="auto">
          <a:xfrm>
            <a:off x="9820656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2946848" name="Oval 145"/>
          <p:cNvSpPr/>
          <p:nvPr/>
        </p:nvSpPr>
        <p:spPr bwMode="auto">
          <a:xfrm>
            <a:off x="9820656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987124" name="Oval 146"/>
          <p:cNvSpPr/>
          <p:nvPr/>
        </p:nvSpPr>
        <p:spPr bwMode="auto">
          <a:xfrm>
            <a:off x="9820656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2297752" name="Oval 147"/>
          <p:cNvSpPr/>
          <p:nvPr/>
        </p:nvSpPr>
        <p:spPr bwMode="auto">
          <a:xfrm>
            <a:off x="9820656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4726386" name="Oval 148"/>
          <p:cNvSpPr/>
          <p:nvPr/>
        </p:nvSpPr>
        <p:spPr bwMode="auto">
          <a:xfrm>
            <a:off x="9820656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6330999" name="Oval 149"/>
          <p:cNvSpPr/>
          <p:nvPr/>
        </p:nvSpPr>
        <p:spPr bwMode="auto">
          <a:xfrm>
            <a:off x="9820656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5337861" name="Oval 150"/>
          <p:cNvSpPr/>
          <p:nvPr/>
        </p:nvSpPr>
        <p:spPr bwMode="auto">
          <a:xfrm>
            <a:off x="9820656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1387592" name="Oval 151"/>
          <p:cNvSpPr/>
          <p:nvPr/>
        </p:nvSpPr>
        <p:spPr bwMode="auto">
          <a:xfrm>
            <a:off x="9820656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0826161" name="Oval 152"/>
          <p:cNvSpPr/>
          <p:nvPr/>
        </p:nvSpPr>
        <p:spPr bwMode="auto">
          <a:xfrm>
            <a:off x="9820656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1951213" name="Oval 153"/>
          <p:cNvSpPr/>
          <p:nvPr/>
        </p:nvSpPr>
        <p:spPr bwMode="auto">
          <a:xfrm>
            <a:off x="9820656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5524517" name="Oval 154"/>
          <p:cNvSpPr/>
          <p:nvPr/>
        </p:nvSpPr>
        <p:spPr bwMode="auto">
          <a:xfrm>
            <a:off x="9820656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375014" name="Oval 155"/>
          <p:cNvSpPr/>
          <p:nvPr/>
        </p:nvSpPr>
        <p:spPr bwMode="auto">
          <a:xfrm>
            <a:off x="9820656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9002762" name="Oval 156"/>
          <p:cNvSpPr/>
          <p:nvPr/>
        </p:nvSpPr>
        <p:spPr bwMode="auto">
          <a:xfrm>
            <a:off x="9820656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9436486" name="Oval 157"/>
          <p:cNvSpPr/>
          <p:nvPr/>
        </p:nvSpPr>
        <p:spPr bwMode="auto">
          <a:xfrm>
            <a:off x="9820656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6538160" name="Oval 158"/>
          <p:cNvSpPr/>
          <p:nvPr/>
        </p:nvSpPr>
        <p:spPr bwMode="auto">
          <a:xfrm>
            <a:off x="9820656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4928865" name="Oval 159"/>
          <p:cNvSpPr/>
          <p:nvPr/>
        </p:nvSpPr>
        <p:spPr bwMode="auto">
          <a:xfrm>
            <a:off x="9820656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546851" name="Oval 160"/>
          <p:cNvSpPr/>
          <p:nvPr/>
        </p:nvSpPr>
        <p:spPr bwMode="auto">
          <a:xfrm>
            <a:off x="9820656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7615337" name="Oval 161"/>
          <p:cNvSpPr/>
          <p:nvPr/>
        </p:nvSpPr>
        <p:spPr bwMode="auto">
          <a:xfrm>
            <a:off x="9820656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9162831" name="Oval 162"/>
          <p:cNvSpPr/>
          <p:nvPr/>
        </p:nvSpPr>
        <p:spPr bwMode="auto">
          <a:xfrm>
            <a:off x="10113264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3205157" name="Oval 163"/>
          <p:cNvSpPr/>
          <p:nvPr/>
        </p:nvSpPr>
        <p:spPr bwMode="auto">
          <a:xfrm>
            <a:off x="10113264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3672687" name="Oval 164"/>
          <p:cNvSpPr/>
          <p:nvPr/>
        </p:nvSpPr>
        <p:spPr bwMode="auto">
          <a:xfrm>
            <a:off x="10113264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2131093" name="Oval 165"/>
          <p:cNvSpPr/>
          <p:nvPr/>
        </p:nvSpPr>
        <p:spPr bwMode="auto">
          <a:xfrm>
            <a:off x="10113264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7391695" name="Oval 166"/>
          <p:cNvSpPr/>
          <p:nvPr/>
        </p:nvSpPr>
        <p:spPr bwMode="auto">
          <a:xfrm>
            <a:off x="10113264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6725471" name="Oval 167"/>
          <p:cNvSpPr/>
          <p:nvPr/>
        </p:nvSpPr>
        <p:spPr bwMode="auto">
          <a:xfrm>
            <a:off x="10113264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0853084" name="Oval 168"/>
          <p:cNvSpPr/>
          <p:nvPr/>
        </p:nvSpPr>
        <p:spPr bwMode="auto">
          <a:xfrm>
            <a:off x="10113264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4767075" name="Oval 169"/>
          <p:cNvSpPr/>
          <p:nvPr/>
        </p:nvSpPr>
        <p:spPr bwMode="auto">
          <a:xfrm>
            <a:off x="10113264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1352568" name="Oval 170"/>
          <p:cNvSpPr/>
          <p:nvPr/>
        </p:nvSpPr>
        <p:spPr bwMode="auto">
          <a:xfrm>
            <a:off x="10113264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6906788" name="Oval 171"/>
          <p:cNvSpPr/>
          <p:nvPr/>
        </p:nvSpPr>
        <p:spPr bwMode="auto">
          <a:xfrm>
            <a:off x="10113264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5473362" name="Oval 172"/>
          <p:cNvSpPr/>
          <p:nvPr/>
        </p:nvSpPr>
        <p:spPr bwMode="auto">
          <a:xfrm>
            <a:off x="10113264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3294424" name="Oval 173"/>
          <p:cNvSpPr/>
          <p:nvPr/>
        </p:nvSpPr>
        <p:spPr bwMode="auto">
          <a:xfrm>
            <a:off x="10113264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9713605" name="Oval 174"/>
          <p:cNvSpPr/>
          <p:nvPr/>
        </p:nvSpPr>
        <p:spPr bwMode="auto">
          <a:xfrm>
            <a:off x="10113264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077130" name="Oval 175"/>
          <p:cNvSpPr/>
          <p:nvPr/>
        </p:nvSpPr>
        <p:spPr bwMode="auto">
          <a:xfrm>
            <a:off x="10113264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2484181" name="Oval 176"/>
          <p:cNvSpPr/>
          <p:nvPr/>
        </p:nvSpPr>
        <p:spPr bwMode="auto">
          <a:xfrm>
            <a:off x="10113264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7561486" name="Oval 177"/>
          <p:cNvSpPr/>
          <p:nvPr/>
        </p:nvSpPr>
        <p:spPr bwMode="auto">
          <a:xfrm>
            <a:off x="10113264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5547523" name="Oval 178"/>
          <p:cNvSpPr/>
          <p:nvPr/>
        </p:nvSpPr>
        <p:spPr bwMode="auto">
          <a:xfrm>
            <a:off x="10113264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7345803" name="Oval 179"/>
          <p:cNvSpPr/>
          <p:nvPr/>
        </p:nvSpPr>
        <p:spPr bwMode="auto">
          <a:xfrm>
            <a:off x="10113264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2608491" name="Oval 180"/>
          <p:cNvSpPr/>
          <p:nvPr/>
        </p:nvSpPr>
        <p:spPr bwMode="auto">
          <a:xfrm>
            <a:off x="10113264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6599283" name="Oval 181"/>
          <p:cNvSpPr/>
          <p:nvPr/>
        </p:nvSpPr>
        <p:spPr bwMode="auto">
          <a:xfrm>
            <a:off x="10113264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9091088" name="Oval 182"/>
          <p:cNvSpPr/>
          <p:nvPr/>
        </p:nvSpPr>
        <p:spPr bwMode="auto">
          <a:xfrm>
            <a:off x="10405872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6388454" name="Oval 183"/>
          <p:cNvSpPr/>
          <p:nvPr/>
        </p:nvSpPr>
        <p:spPr bwMode="auto">
          <a:xfrm>
            <a:off x="10405872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5123349" name="Oval 184"/>
          <p:cNvSpPr/>
          <p:nvPr/>
        </p:nvSpPr>
        <p:spPr bwMode="auto">
          <a:xfrm>
            <a:off x="10405872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897670" name="Oval 185"/>
          <p:cNvSpPr/>
          <p:nvPr/>
        </p:nvSpPr>
        <p:spPr bwMode="auto">
          <a:xfrm>
            <a:off x="10405872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6723647" name="Oval 186"/>
          <p:cNvSpPr/>
          <p:nvPr/>
        </p:nvSpPr>
        <p:spPr bwMode="auto">
          <a:xfrm>
            <a:off x="10405872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5704266" name="Oval 187"/>
          <p:cNvSpPr/>
          <p:nvPr/>
        </p:nvSpPr>
        <p:spPr bwMode="auto">
          <a:xfrm>
            <a:off x="10405872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8912206" name="Oval 188"/>
          <p:cNvSpPr/>
          <p:nvPr/>
        </p:nvSpPr>
        <p:spPr bwMode="auto">
          <a:xfrm>
            <a:off x="10405872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7145182" name="Oval 189"/>
          <p:cNvSpPr/>
          <p:nvPr/>
        </p:nvSpPr>
        <p:spPr bwMode="auto">
          <a:xfrm>
            <a:off x="10405872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6255393" name="Oval 190"/>
          <p:cNvSpPr/>
          <p:nvPr/>
        </p:nvSpPr>
        <p:spPr bwMode="auto">
          <a:xfrm>
            <a:off x="10405872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7401445" name="Oval 191"/>
          <p:cNvSpPr/>
          <p:nvPr/>
        </p:nvSpPr>
        <p:spPr bwMode="auto">
          <a:xfrm>
            <a:off x="10405872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9810369" name="Oval 192"/>
          <p:cNvSpPr/>
          <p:nvPr/>
        </p:nvSpPr>
        <p:spPr bwMode="auto">
          <a:xfrm>
            <a:off x="10405872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2112594" name="Oval 193"/>
          <p:cNvSpPr/>
          <p:nvPr/>
        </p:nvSpPr>
        <p:spPr bwMode="auto">
          <a:xfrm>
            <a:off x="10405872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962469" name="Oval 194"/>
          <p:cNvSpPr/>
          <p:nvPr/>
        </p:nvSpPr>
        <p:spPr bwMode="auto">
          <a:xfrm>
            <a:off x="10405872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8776995" name="Oval 195"/>
          <p:cNvSpPr/>
          <p:nvPr/>
        </p:nvSpPr>
        <p:spPr bwMode="auto">
          <a:xfrm>
            <a:off x="10405872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8172986" name="Oval 196"/>
          <p:cNvSpPr/>
          <p:nvPr/>
        </p:nvSpPr>
        <p:spPr bwMode="auto">
          <a:xfrm>
            <a:off x="10405872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7988254" name="Oval 197"/>
          <p:cNvSpPr/>
          <p:nvPr/>
        </p:nvSpPr>
        <p:spPr bwMode="auto">
          <a:xfrm>
            <a:off x="10405872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6081638" name="Oval 198"/>
          <p:cNvSpPr/>
          <p:nvPr/>
        </p:nvSpPr>
        <p:spPr bwMode="auto">
          <a:xfrm>
            <a:off x="10405872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9555465" name="Oval 199"/>
          <p:cNvSpPr/>
          <p:nvPr/>
        </p:nvSpPr>
        <p:spPr bwMode="auto">
          <a:xfrm>
            <a:off x="10405872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2759521" name="Oval 200"/>
          <p:cNvSpPr/>
          <p:nvPr/>
        </p:nvSpPr>
        <p:spPr bwMode="auto">
          <a:xfrm>
            <a:off x="10405872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5360827" name="Oval 201"/>
          <p:cNvSpPr/>
          <p:nvPr/>
        </p:nvSpPr>
        <p:spPr bwMode="auto">
          <a:xfrm>
            <a:off x="10405872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1131588" name="Oval 20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3807136" name="Oval 203"/>
          <p:cNvSpPr/>
          <p:nvPr/>
        </p:nvSpPr>
        <p:spPr bwMode="auto">
          <a:xfrm>
            <a:off x="1069848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553933" name="Oval 204"/>
          <p:cNvSpPr/>
          <p:nvPr/>
        </p:nvSpPr>
        <p:spPr bwMode="auto">
          <a:xfrm>
            <a:off x="1069848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2742320" name="Oval 205"/>
          <p:cNvSpPr/>
          <p:nvPr/>
        </p:nvSpPr>
        <p:spPr bwMode="auto">
          <a:xfrm>
            <a:off x="1069848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7329940" name="Oval 206"/>
          <p:cNvSpPr/>
          <p:nvPr/>
        </p:nvSpPr>
        <p:spPr bwMode="auto">
          <a:xfrm>
            <a:off x="1069848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7850456" name="Oval 207"/>
          <p:cNvSpPr/>
          <p:nvPr/>
        </p:nvSpPr>
        <p:spPr bwMode="auto">
          <a:xfrm>
            <a:off x="1069848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0820895" name="Oval 208"/>
          <p:cNvSpPr/>
          <p:nvPr/>
        </p:nvSpPr>
        <p:spPr bwMode="auto">
          <a:xfrm>
            <a:off x="1069848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7409255" name="Oval 209"/>
          <p:cNvSpPr/>
          <p:nvPr/>
        </p:nvSpPr>
        <p:spPr bwMode="auto">
          <a:xfrm>
            <a:off x="1069848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184994" name="Oval 210"/>
          <p:cNvSpPr/>
          <p:nvPr/>
        </p:nvSpPr>
        <p:spPr bwMode="auto">
          <a:xfrm>
            <a:off x="1069848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0541673" name="Oval 211"/>
          <p:cNvSpPr/>
          <p:nvPr/>
        </p:nvSpPr>
        <p:spPr bwMode="auto">
          <a:xfrm>
            <a:off x="1069848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8154137" name="Oval 212"/>
          <p:cNvSpPr/>
          <p:nvPr/>
        </p:nvSpPr>
        <p:spPr bwMode="auto">
          <a:xfrm>
            <a:off x="1069848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2627638" name="Oval 213"/>
          <p:cNvSpPr/>
          <p:nvPr/>
        </p:nvSpPr>
        <p:spPr bwMode="auto">
          <a:xfrm>
            <a:off x="1069848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3527402" name="Oval 214"/>
          <p:cNvSpPr/>
          <p:nvPr/>
        </p:nvSpPr>
        <p:spPr bwMode="auto">
          <a:xfrm>
            <a:off x="1069848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8145902" name="Oval 215"/>
          <p:cNvSpPr/>
          <p:nvPr/>
        </p:nvSpPr>
        <p:spPr bwMode="auto">
          <a:xfrm>
            <a:off x="1069848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4772917" name="Oval 216"/>
          <p:cNvSpPr/>
          <p:nvPr/>
        </p:nvSpPr>
        <p:spPr bwMode="auto">
          <a:xfrm>
            <a:off x="1069848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396382" name="Oval 217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8385145" name="Oval 218"/>
          <p:cNvSpPr/>
          <p:nvPr/>
        </p:nvSpPr>
        <p:spPr bwMode="auto">
          <a:xfrm>
            <a:off x="1069848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3505077" name="Oval 219"/>
          <p:cNvSpPr/>
          <p:nvPr/>
        </p:nvSpPr>
        <p:spPr bwMode="auto">
          <a:xfrm>
            <a:off x="1069848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501419" name="Oval 220"/>
          <p:cNvSpPr/>
          <p:nvPr/>
        </p:nvSpPr>
        <p:spPr bwMode="auto">
          <a:xfrm>
            <a:off x="1069848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7924009" name="Oval 221"/>
          <p:cNvSpPr/>
          <p:nvPr/>
        </p:nvSpPr>
        <p:spPr bwMode="auto">
          <a:xfrm>
            <a:off x="1069848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77836" name="Oval 222"/>
          <p:cNvSpPr/>
          <p:nvPr/>
        </p:nvSpPr>
        <p:spPr bwMode="auto">
          <a:xfrm>
            <a:off x="1099108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4069274" name="Oval 223"/>
          <p:cNvSpPr/>
          <p:nvPr/>
        </p:nvSpPr>
        <p:spPr bwMode="auto">
          <a:xfrm>
            <a:off x="1099108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7895830" name="Oval 224"/>
          <p:cNvSpPr/>
          <p:nvPr/>
        </p:nvSpPr>
        <p:spPr bwMode="auto">
          <a:xfrm>
            <a:off x="1099108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5828985" name="Oval 225"/>
          <p:cNvSpPr/>
          <p:nvPr/>
        </p:nvSpPr>
        <p:spPr bwMode="auto">
          <a:xfrm>
            <a:off x="1099108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8596082" name="Oval 226"/>
          <p:cNvSpPr/>
          <p:nvPr/>
        </p:nvSpPr>
        <p:spPr bwMode="auto">
          <a:xfrm>
            <a:off x="1099108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959534" name="Oval 227"/>
          <p:cNvSpPr/>
          <p:nvPr/>
        </p:nvSpPr>
        <p:spPr bwMode="auto">
          <a:xfrm>
            <a:off x="1099108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8786550" name="Oval 228"/>
          <p:cNvSpPr/>
          <p:nvPr/>
        </p:nvSpPr>
        <p:spPr bwMode="auto">
          <a:xfrm>
            <a:off x="1099108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0006201" name="Oval 229"/>
          <p:cNvSpPr/>
          <p:nvPr/>
        </p:nvSpPr>
        <p:spPr bwMode="auto">
          <a:xfrm>
            <a:off x="1099108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3661219" name="Oval 230"/>
          <p:cNvSpPr/>
          <p:nvPr/>
        </p:nvSpPr>
        <p:spPr bwMode="auto">
          <a:xfrm>
            <a:off x="1099108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7981486" name="Oval 231"/>
          <p:cNvSpPr/>
          <p:nvPr/>
        </p:nvSpPr>
        <p:spPr bwMode="auto">
          <a:xfrm>
            <a:off x="1099108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4663753" name="Oval 232"/>
          <p:cNvSpPr/>
          <p:nvPr/>
        </p:nvSpPr>
        <p:spPr bwMode="auto">
          <a:xfrm>
            <a:off x="1099108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330649" name="Oval 233"/>
          <p:cNvSpPr/>
          <p:nvPr/>
        </p:nvSpPr>
        <p:spPr bwMode="auto">
          <a:xfrm>
            <a:off x="1099108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8068299" name="Oval 234"/>
          <p:cNvSpPr/>
          <p:nvPr/>
        </p:nvSpPr>
        <p:spPr bwMode="auto">
          <a:xfrm>
            <a:off x="1099108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0168119" name="Oval 235"/>
          <p:cNvSpPr/>
          <p:nvPr/>
        </p:nvSpPr>
        <p:spPr bwMode="auto">
          <a:xfrm>
            <a:off x="1099108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0565937" name="Oval 236"/>
          <p:cNvSpPr/>
          <p:nvPr/>
        </p:nvSpPr>
        <p:spPr bwMode="auto">
          <a:xfrm>
            <a:off x="1099108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4775162" name="Oval 237"/>
          <p:cNvSpPr/>
          <p:nvPr/>
        </p:nvSpPr>
        <p:spPr bwMode="auto">
          <a:xfrm>
            <a:off x="1099108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825683" name="Oval 238"/>
          <p:cNvSpPr/>
          <p:nvPr/>
        </p:nvSpPr>
        <p:spPr bwMode="auto">
          <a:xfrm>
            <a:off x="1099108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1721859" name="Oval 239"/>
          <p:cNvSpPr/>
          <p:nvPr/>
        </p:nvSpPr>
        <p:spPr bwMode="auto">
          <a:xfrm>
            <a:off x="1099108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4768960" name="Oval 240"/>
          <p:cNvSpPr/>
          <p:nvPr/>
        </p:nvSpPr>
        <p:spPr bwMode="auto">
          <a:xfrm>
            <a:off x="1099108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3140661" name="Oval 241"/>
          <p:cNvSpPr/>
          <p:nvPr/>
        </p:nvSpPr>
        <p:spPr bwMode="auto">
          <a:xfrm>
            <a:off x="1099108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5111651" name="TextBox 242"/>
          <p:cNvSpPr txBox="1"/>
          <p:nvPr/>
        </p:nvSpPr>
        <p:spPr bwMode="auto">
          <a:xfrm flipH="0" flipV="0">
            <a:off x="7744415" y="1692221"/>
            <a:ext cx="3288539" cy="29797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85000"/>
              </a:lnSpc>
              <a:defRPr/>
            </a:pPr>
            <a:r>
              <a:rPr sz="23000" b="1">
                <a:solidFill>
                  <a:srgbClr val="1C224A"/>
                </a:solidFill>
                <a:latin typeface="Montserrat"/>
              </a:rPr>
              <a:t>02</a:t>
            </a:r>
            <a:endParaRPr sz="100"/>
          </a:p>
        </p:txBody>
      </p:sp>
      <p:sp>
        <p:nvSpPr>
          <p:cNvPr id="659670670" name="Rounded Rectangle 243"/>
          <p:cNvSpPr/>
          <p:nvPr/>
        </p:nvSpPr>
        <p:spPr bwMode="auto">
          <a:xfrm>
            <a:off x="822960" y="2286000"/>
            <a:ext cx="137160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7363536" name="TextBox 244"/>
          <p:cNvSpPr txBox="1"/>
          <p:nvPr/>
        </p:nvSpPr>
        <p:spPr bwMode="auto">
          <a:xfrm>
            <a:off x="822960" y="23225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SECTION 02</a:t>
            </a:r>
            <a:endParaRPr/>
          </a:p>
        </p:txBody>
      </p:sp>
      <p:sp>
        <p:nvSpPr>
          <p:cNvPr id="2122780535" name="TextBox 245"/>
          <p:cNvSpPr txBox="1"/>
          <p:nvPr/>
        </p:nvSpPr>
        <p:spPr bwMode="auto">
          <a:xfrm>
            <a:off x="822960" y="274320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6800" b="1">
                <a:solidFill>
                  <a:srgbClr val="F5F7FA"/>
                </a:solidFill>
                <a:latin typeface="Montserrat"/>
              </a:rPr>
              <a:t>Le dataset.</a:t>
            </a:r>
            <a:endParaRPr/>
          </a:p>
        </p:txBody>
      </p:sp>
      <p:sp>
        <p:nvSpPr>
          <p:cNvPr id="1690623015" name="Rectangle 246"/>
          <p:cNvSpPr/>
          <p:nvPr/>
        </p:nvSpPr>
        <p:spPr bwMode="auto">
          <a:xfrm>
            <a:off x="868680" y="4572000"/>
            <a:ext cx="1188720" cy="54864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5134878" name="TextBox 247"/>
          <p:cNvSpPr txBox="1"/>
          <p:nvPr/>
        </p:nvSpPr>
        <p:spPr bwMode="auto">
          <a:xfrm>
            <a:off x="822960" y="48006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2000" b="0">
                <a:solidFill>
                  <a:srgbClr val="C4CBE0"/>
                </a:solidFill>
                <a:latin typeface="Inter"/>
              </a:rPr>
              <a:t>45 211 conversations sur 17 dimensions.</a:t>
            </a:r>
            <a:endParaRPr/>
          </a:p>
        </p:txBody>
      </p:sp>
      <p:sp>
        <p:nvSpPr>
          <p:cNvPr id="891707854" name="Rectangle 248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0885897" name="TextBox 249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070713682" name="TextBox 250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05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l"/>
      </p:transition>
    </mc:Choice>
    <mc:Fallback>
      <p:transition spd="med" advClick="1">
        <p:wipe dir="l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46874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5852008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5139370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1614446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7148605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4430377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5642350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9309712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8713672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9587399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9174618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0556282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5291118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116978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5773165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4493368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4807603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4736552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663981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8630803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8670555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1769853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3055415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086409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9690614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9496334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5339276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9004782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4968764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3890360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4242036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1278820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4555787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6077041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3860880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798652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2764260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9570857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2055743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6951952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6891156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4506716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9796357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8940802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7499493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8917346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6113729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7287704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6355765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910899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3524445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7665031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1825750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2437431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0410249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6451166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355778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9509665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9585863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698044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8150802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0456865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8990120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223298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7985104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9781014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4703092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882032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3921081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0973561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5740906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9768430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3915344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2049138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1949820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0634343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9756685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8790696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2547884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8128219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7302615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8877523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6971149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4354529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7254166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933555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6727377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2849956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5214331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1614145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4005375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808566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259833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0950485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3929775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520611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7148443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6955265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143933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2585216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873632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6157312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1903480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8970432" name="Rectangle 104"/>
          <p:cNvSpPr/>
          <p:nvPr/>
        </p:nvSpPr>
        <p:spPr bwMode="auto">
          <a:xfrm>
            <a:off x="777240" y="457200"/>
            <a:ext cx="3030582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2255038" name="TextBox 105"/>
          <p:cNvSpPr txBox="1"/>
          <p:nvPr/>
        </p:nvSpPr>
        <p:spPr bwMode="auto"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VOLUMÉTRIE</a:t>
            </a:r>
            <a:endParaRPr/>
          </a:p>
        </p:txBody>
      </p:sp>
      <p:sp>
        <p:nvSpPr>
          <p:cNvPr id="1941803071" name="TextBox 106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3800" b="1">
                <a:solidFill>
                  <a:srgbClr val="F5F7FA"/>
                </a:solidFill>
                <a:latin typeface="Montserrat"/>
              </a:rPr>
              <a:t>Une vue d'ensemble.</a:t>
            </a:r>
            <a:endParaRPr/>
          </a:p>
        </p:txBody>
      </p:sp>
      <p:sp>
        <p:nvSpPr>
          <p:cNvPr id="1184826836" name="TextBox 107"/>
          <p:cNvSpPr txBox="1"/>
          <p:nvPr/>
        </p:nvSpPr>
        <p:spPr bwMode="auto">
          <a:xfrm>
            <a:off x="777240" y="2377440"/>
            <a:ext cx="64008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/>
            </a:pPr>
            <a:r>
              <a:rPr sz="16000" b="1">
                <a:solidFill>
                  <a:srgbClr val="00E5B0"/>
                </a:solidFill>
                <a:latin typeface="Montserrat"/>
              </a:rPr>
              <a:t>45 211</a:t>
            </a:r>
            <a:endParaRPr/>
          </a:p>
        </p:txBody>
      </p:sp>
      <p:sp>
        <p:nvSpPr>
          <p:cNvPr id="1699252012" name="Rectangle 108"/>
          <p:cNvSpPr/>
          <p:nvPr/>
        </p:nvSpPr>
        <p:spPr bwMode="auto">
          <a:xfrm>
            <a:off x="868680" y="4617720"/>
            <a:ext cx="548640" cy="4572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4269136" name="TextBox 109"/>
          <p:cNvSpPr txBox="1"/>
          <p:nvPr/>
        </p:nvSpPr>
        <p:spPr bwMode="auto">
          <a:xfrm>
            <a:off x="868680" y="47091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600" b="0">
                <a:solidFill>
                  <a:srgbClr val="C4CBE0"/>
                </a:solidFill>
                <a:latin typeface="Inter"/>
              </a:rPr>
              <a:t>clients d'une banque portugaise (2008-2013)</a:t>
            </a:r>
            <a:endParaRPr/>
          </a:p>
        </p:txBody>
      </p:sp>
      <p:sp>
        <p:nvSpPr>
          <p:cNvPr id="1202326713" name="TextBox 110"/>
          <p:cNvSpPr txBox="1"/>
          <p:nvPr/>
        </p:nvSpPr>
        <p:spPr bwMode="auto">
          <a:xfrm>
            <a:off x="868680" y="51206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8B92B3"/>
                </a:solidFill>
                <a:latin typeface="Consolas"/>
              </a:rPr>
              <a:t>0 valeur manquante  ·  séparateur ' ; '  ·  cible binaire y</a:t>
            </a:r>
            <a:endParaRPr/>
          </a:p>
        </p:txBody>
      </p:sp>
      <p:sp>
        <p:nvSpPr>
          <p:cNvPr id="269029718" name="Rounded Rectangle 111"/>
          <p:cNvSpPr/>
          <p:nvPr/>
        </p:nvSpPr>
        <p:spPr bwMode="auto">
          <a:xfrm>
            <a:off x="6858000" y="2377440"/>
            <a:ext cx="4754880" cy="841248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8284190" name="Rectangle 112"/>
          <p:cNvSpPr/>
          <p:nvPr/>
        </p:nvSpPr>
        <p:spPr bwMode="auto">
          <a:xfrm>
            <a:off x="6858000" y="2377440"/>
            <a:ext cx="54864" cy="84124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1859714" name="TextBox 113"/>
          <p:cNvSpPr txBox="1"/>
          <p:nvPr/>
        </p:nvSpPr>
        <p:spPr bwMode="auto">
          <a:xfrm>
            <a:off x="713232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1" spc="300">
                <a:solidFill>
                  <a:srgbClr val="00E5B0"/>
                </a:solidFill>
                <a:latin typeface="Montserrat"/>
              </a:rPr>
              <a:t>PROFIL</a:t>
            </a:r>
            <a:endParaRPr/>
          </a:p>
        </p:txBody>
      </p:sp>
      <p:sp>
        <p:nvSpPr>
          <p:cNvPr id="1038910567" name="TextBox 114"/>
          <p:cNvSpPr txBox="1"/>
          <p:nvPr/>
        </p:nvSpPr>
        <p:spPr bwMode="auto">
          <a:xfrm>
            <a:off x="7132320" y="279806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age · job · marital · education</a:t>
            </a:r>
            <a:endParaRPr/>
          </a:p>
        </p:txBody>
      </p:sp>
      <p:sp>
        <p:nvSpPr>
          <p:cNvPr id="1932075057" name="Rounded Rectangle 115"/>
          <p:cNvSpPr/>
          <p:nvPr/>
        </p:nvSpPr>
        <p:spPr bwMode="auto">
          <a:xfrm>
            <a:off x="6858000" y="3383280"/>
            <a:ext cx="4754880" cy="841248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7213786" name="Rectangle 116"/>
          <p:cNvSpPr/>
          <p:nvPr/>
        </p:nvSpPr>
        <p:spPr bwMode="auto">
          <a:xfrm>
            <a:off x="6858000" y="3383280"/>
            <a:ext cx="54864" cy="841248"/>
          </a:xfrm>
          <a:prstGeom prst="rect">
            <a:avLst/>
          </a:prstGeom>
          <a:solidFill>
            <a:srgbClr val="6E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8336832" name="TextBox 117"/>
          <p:cNvSpPr txBox="1"/>
          <p:nvPr/>
        </p:nvSpPr>
        <p:spPr bwMode="auto">
          <a:xfrm>
            <a:off x="7132320" y="35204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1" spc="300">
                <a:solidFill>
                  <a:srgbClr val="6E95FF"/>
                </a:solidFill>
                <a:latin typeface="Montserrat"/>
              </a:rPr>
              <a:t>BANCAIRE</a:t>
            </a:r>
            <a:endParaRPr/>
          </a:p>
        </p:txBody>
      </p:sp>
      <p:sp>
        <p:nvSpPr>
          <p:cNvPr id="630920380" name="TextBox 118"/>
          <p:cNvSpPr txBox="1"/>
          <p:nvPr/>
        </p:nvSpPr>
        <p:spPr bwMode="auto">
          <a:xfrm>
            <a:off x="7132320" y="380390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balance · housing · loan · default</a:t>
            </a:r>
            <a:endParaRPr/>
          </a:p>
        </p:txBody>
      </p:sp>
      <p:sp>
        <p:nvSpPr>
          <p:cNvPr id="837310168" name="Rounded Rectangle 119"/>
          <p:cNvSpPr/>
          <p:nvPr/>
        </p:nvSpPr>
        <p:spPr bwMode="auto">
          <a:xfrm>
            <a:off x="6858000" y="4389120"/>
            <a:ext cx="4754880" cy="841248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1634076" name="Rectangle 120"/>
          <p:cNvSpPr/>
          <p:nvPr/>
        </p:nvSpPr>
        <p:spPr bwMode="auto">
          <a:xfrm>
            <a:off x="6858000" y="4389120"/>
            <a:ext cx="54864" cy="841248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1123954" name="TextBox 121"/>
          <p:cNvSpPr txBox="1"/>
          <p:nvPr/>
        </p:nvSpPr>
        <p:spPr bwMode="auto">
          <a:xfrm>
            <a:off x="7132320" y="4526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APPEL</a:t>
            </a:r>
            <a:endParaRPr/>
          </a:p>
        </p:txBody>
      </p:sp>
      <p:sp>
        <p:nvSpPr>
          <p:cNvPr id="268693613" name="TextBox 122"/>
          <p:cNvSpPr txBox="1"/>
          <p:nvPr/>
        </p:nvSpPr>
        <p:spPr bwMode="auto">
          <a:xfrm>
            <a:off x="7132320" y="480974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contact · day · month · duration · campaign</a:t>
            </a:r>
            <a:endParaRPr/>
          </a:p>
        </p:txBody>
      </p:sp>
      <p:sp>
        <p:nvSpPr>
          <p:cNvPr id="1779714745" name="Rounded Rectangle 123"/>
          <p:cNvSpPr/>
          <p:nvPr/>
        </p:nvSpPr>
        <p:spPr bwMode="auto">
          <a:xfrm>
            <a:off x="6858000" y="5394960"/>
            <a:ext cx="4754880" cy="841248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0714870" name="Rectangle 124"/>
          <p:cNvSpPr/>
          <p:nvPr/>
        </p:nvSpPr>
        <p:spPr bwMode="auto">
          <a:xfrm>
            <a:off x="6858000" y="5394960"/>
            <a:ext cx="54864" cy="841248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5628660" name="TextBox 125"/>
          <p:cNvSpPr txBox="1"/>
          <p:nvPr/>
        </p:nvSpPr>
        <p:spPr bwMode="auto">
          <a:xfrm>
            <a:off x="7132320" y="5532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1" spc="300">
                <a:solidFill>
                  <a:srgbClr val="FF5C7A"/>
                </a:solidFill>
                <a:latin typeface="Montserrat"/>
              </a:rPr>
              <a:t>HISTORIQUE</a:t>
            </a:r>
            <a:endParaRPr/>
          </a:p>
        </p:txBody>
      </p:sp>
      <p:sp>
        <p:nvSpPr>
          <p:cNvPr id="972905300" name="TextBox 126"/>
          <p:cNvSpPr txBox="1"/>
          <p:nvPr/>
        </p:nvSpPr>
        <p:spPr bwMode="auto">
          <a:xfrm>
            <a:off x="7132320" y="581558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pdays · previous · poutcome</a:t>
            </a:r>
            <a:endParaRPr/>
          </a:p>
        </p:txBody>
      </p:sp>
      <p:sp>
        <p:nvSpPr>
          <p:cNvPr id="2112778811" name="Rectangle 127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8384631" name="TextBox 128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957449469" name="TextBox 129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06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90297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04" dur="500" fill="hold"/>
                                              <p:tgtEl>
                                                <p:spTgt spid="269029718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3207505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14" dur="500" fill="hold"/>
                                              <p:tgtEl>
                                                <p:spTgt spid="1932075057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0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3731016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24" dur="500" fill="hold"/>
                                              <p:tgtEl>
                                                <p:spTgt spid="837310168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5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797147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34" dur="500" fill="hold"/>
                                              <p:tgtEl>
                                                <p:spTgt spid="1779714745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08856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091676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5896599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6001121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0410227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8901336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3810105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1840118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0963227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2546399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7229529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6909288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6534523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7399703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498643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0317714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1232635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835319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8099632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2458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7006980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8590957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837945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762760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4265351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8474117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4530993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5283857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4802705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4638042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7932291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6303568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9406834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1712214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6098083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4667922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4105356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1443410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1289221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2504013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9882235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9596012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1274640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8487166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7970782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3199358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4270914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681678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9919982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8966072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3387967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3715081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8338586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0445045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6820764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1987314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4433868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6434712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1089659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6499987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1919805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823318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7441939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220244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4016149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7449668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355749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5270960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1606956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8561078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1793097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8512215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521711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8874758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1728839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102236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9852049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0154101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6533812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4225995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6793086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9036335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4209529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9235829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6925641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3223612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7524564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4012290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1948057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6856205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4645330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3647495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5726918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9877452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743988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3807407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1677049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9986531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1953805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5753911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5409311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6683782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7585817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0136601" name="Rectangle 104"/>
          <p:cNvSpPr/>
          <p:nvPr/>
        </p:nvSpPr>
        <p:spPr bwMode="auto">
          <a:xfrm>
            <a:off x="777240" y="457200"/>
            <a:ext cx="3535680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6030825" name="TextBox 105"/>
          <p:cNvSpPr txBox="1"/>
          <p:nvPr/>
        </p:nvSpPr>
        <p:spPr bwMode="auto"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MÉTHODE</a:t>
            </a:r>
            <a:endParaRPr/>
          </a:p>
        </p:txBody>
      </p:sp>
      <p:sp>
        <p:nvSpPr>
          <p:cNvPr id="482235508" name="TextBox 106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3800" b="1">
                <a:solidFill>
                  <a:srgbClr val="F5F7FA"/>
                </a:solidFill>
                <a:latin typeface="Montserrat"/>
              </a:rPr>
              <a:t>Du CSV à la décision, en sept étapes.</a:t>
            </a:r>
            <a:endParaRPr/>
          </a:p>
        </p:txBody>
      </p:sp>
      <p:sp>
        <p:nvSpPr>
          <p:cNvPr id="89134783" name="Rectangle 107"/>
          <p:cNvSpPr/>
          <p:nvPr/>
        </p:nvSpPr>
        <p:spPr bwMode="auto">
          <a:xfrm>
            <a:off x="1528354" y="3639312"/>
            <a:ext cx="9013371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8604795" name="Oval 108"/>
          <p:cNvSpPr/>
          <p:nvPr/>
        </p:nvSpPr>
        <p:spPr bwMode="auto">
          <a:xfrm>
            <a:off x="979714" y="3108960"/>
            <a:ext cx="1097280" cy="1097280"/>
          </a:xfrm>
          <a:prstGeom prst="ellipse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9045624" name="TextBox 109"/>
          <p:cNvSpPr txBox="1"/>
          <p:nvPr/>
        </p:nvSpPr>
        <p:spPr bwMode="auto">
          <a:xfrm>
            <a:off x="979713" y="344919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2200" b="1">
                <a:solidFill>
                  <a:srgbClr val="06091F"/>
                </a:solidFill>
                <a:latin typeface="Montserrat"/>
              </a:rPr>
              <a:t>01</a:t>
            </a:r>
            <a:endParaRPr/>
          </a:p>
        </p:txBody>
      </p:sp>
      <p:sp>
        <p:nvSpPr>
          <p:cNvPr id="1280731792" name="TextBox 110"/>
          <p:cNvSpPr txBox="1"/>
          <p:nvPr/>
        </p:nvSpPr>
        <p:spPr bwMode="auto">
          <a:xfrm>
            <a:off x="705394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Charger</a:t>
            </a:r>
            <a:endParaRPr/>
          </a:p>
        </p:txBody>
      </p:sp>
      <p:sp>
        <p:nvSpPr>
          <p:cNvPr id="739854574" name="TextBox 111"/>
          <p:cNvSpPr txBox="1"/>
          <p:nvPr/>
        </p:nvSpPr>
        <p:spPr bwMode="auto">
          <a:xfrm>
            <a:off x="705393" y="4892039"/>
            <a:ext cx="164735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pandas</a:t>
            </a:r>
            <a:endParaRPr sz="22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read_csv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964577586" name="Oval 112"/>
          <p:cNvSpPr/>
          <p:nvPr/>
        </p:nvSpPr>
        <p:spPr bwMode="auto">
          <a:xfrm>
            <a:off x="2481942" y="3108960"/>
            <a:ext cx="1097280" cy="1097280"/>
          </a:xfrm>
          <a:prstGeom prst="ellipse">
            <a:avLst/>
          </a:prstGeom>
          <a:solidFill>
            <a:srgbClr val="6E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4454310" name="TextBox 113"/>
          <p:cNvSpPr txBox="1"/>
          <p:nvPr/>
        </p:nvSpPr>
        <p:spPr bwMode="auto">
          <a:xfrm>
            <a:off x="2481941" y="344919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2200" b="1">
                <a:solidFill>
                  <a:srgbClr val="06091F"/>
                </a:solidFill>
                <a:latin typeface="Montserrat"/>
              </a:rPr>
              <a:t>02</a:t>
            </a:r>
            <a:endParaRPr/>
          </a:p>
        </p:txBody>
      </p:sp>
      <p:sp>
        <p:nvSpPr>
          <p:cNvPr id="1883883353" name="TextBox 114"/>
          <p:cNvSpPr txBox="1"/>
          <p:nvPr/>
        </p:nvSpPr>
        <p:spPr bwMode="auto">
          <a:xfrm>
            <a:off x="2207622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Explorer</a:t>
            </a:r>
            <a:endParaRPr/>
          </a:p>
        </p:txBody>
      </p:sp>
      <p:sp>
        <p:nvSpPr>
          <p:cNvPr id="166192115" name="TextBox 115"/>
          <p:cNvSpPr txBox="1"/>
          <p:nvPr/>
        </p:nvSpPr>
        <p:spPr bwMode="auto">
          <a:xfrm>
            <a:off x="2207621" y="4892039"/>
            <a:ext cx="164735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info · describe</a:t>
            </a:r>
            <a:endParaRPr sz="22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unknown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1618013987" name="Oval 116"/>
          <p:cNvSpPr/>
          <p:nvPr/>
        </p:nvSpPr>
        <p:spPr bwMode="auto">
          <a:xfrm>
            <a:off x="3984171" y="3108960"/>
            <a:ext cx="1097280" cy="1097280"/>
          </a:xfrm>
          <a:prstGeom prst="ellipse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5774585" name="TextBox 117"/>
          <p:cNvSpPr txBox="1"/>
          <p:nvPr/>
        </p:nvSpPr>
        <p:spPr bwMode="auto">
          <a:xfrm>
            <a:off x="3984170" y="344919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2200" b="1">
                <a:solidFill>
                  <a:srgbClr val="06091F"/>
                </a:solidFill>
                <a:latin typeface="Montserrat"/>
              </a:rPr>
              <a:t>03</a:t>
            </a:r>
            <a:endParaRPr/>
          </a:p>
        </p:txBody>
      </p:sp>
      <p:sp>
        <p:nvSpPr>
          <p:cNvPr id="1534965747" name="TextBox 118"/>
          <p:cNvSpPr txBox="1"/>
          <p:nvPr/>
        </p:nvSpPr>
        <p:spPr bwMode="auto">
          <a:xfrm>
            <a:off x="3709851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Nettoyer</a:t>
            </a:r>
            <a:endParaRPr/>
          </a:p>
        </p:txBody>
      </p:sp>
      <p:sp>
        <p:nvSpPr>
          <p:cNvPr id="769546223" name="TextBox 119"/>
          <p:cNvSpPr txBox="1"/>
          <p:nvPr/>
        </p:nvSpPr>
        <p:spPr bwMode="auto">
          <a:xfrm>
            <a:off x="3709850" y="4892039"/>
            <a:ext cx="164735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y_bin</a:t>
            </a:r>
            <a:endParaRPr sz="22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dérivées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1346788720" name="Oval 120"/>
          <p:cNvSpPr/>
          <p:nvPr/>
        </p:nvSpPr>
        <p:spPr bwMode="auto">
          <a:xfrm>
            <a:off x="5486400" y="3108960"/>
            <a:ext cx="1097280" cy="1097280"/>
          </a:xfrm>
          <a:prstGeom prst="ellipse">
            <a:avLst/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8858439" name="TextBox 121"/>
          <p:cNvSpPr txBox="1"/>
          <p:nvPr/>
        </p:nvSpPr>
        <p:spPr bwMode="auto">
          <a:xfrm>
            <a:off x="5486400" y="344919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2200" b="1">
                <a:solidFill>
                  <a:srgbClr val="06091F"/>
                </a:solidFill>
                <a:latin typeface="Montserrat"/>
              </a:rPr>
              <a:t>04</a:t>
            </a:r>
            <a:endParaRPr/>
          </a:p>
        </p:txBody>
      </p:sp>
      <p:sp>
        <p:nvSpPr>
          <p:cNvPr id="1608930759" name="TextBox 122"/>
          <p:cNvSpPr txBox="1"/>
          <p:nvPr/>
        </p:nvSpPr>
        <p:spPr bwMode="auto">
          <a:xfrm>
            <a:off x="5212080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Décrire</a:t>
            </a:r>
            <a:endParaRPr/>
          </a:p>
        </p:txBody>
      </p:sp>
      <p:sp>
        <p:nvSpPr>
          <p:cNvPr id="720506604" name="TextBox 123"/>
          <p:cNvSpPr txBox="1"/>
          <p:nvPr/>
        </p:nvSpPr>
        <p:spPr bwMode="auto">
          <a:xfrm>
            <a:off x="5212080" y="4892039"/>
            <a:ext cx="164735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moyenne · IQR</a:t>
            </a:r>
            <a:endParaRPr sz="22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Tukey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1889357953" name="Oval 124"/>
          <p:cNvSpPr/>
          <p:nvPr/>
        </p:nvSpPr>
        <p:spPr bwMode="auto">
          <a:xfrm>
            <a:off x="6988628" y="3108960"/>
            <a:ext cx="1097280" cy="1097280"/>
          </a:xfrm>
          <a:prstGeom prst="ellipse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5249907" name="TextBox 125"/>
          <p:cNvSpPr txBox="1"/>
          <p:nvPr/>
        </p:nvSpPr>
        <p:spPr bwMode="auto">
          <a:xfrm>
            <a:off x="6988627" y="344919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2200" b="1">
                <a:solidFill>
                  <a:srgbClr val="06091F"/>
                </a:solidFill>
                <a:latin typeface="Montserrat"/>
              </a:rPr>
              <a:t>05</a:t>
            </a:r>
            <a:endParaRPr/>
          </a:p>
        </p:txBody>
      </p:sp>
      <p:sp>
        <p:nvSpPr>
          <p:cNvPr id="2060474475" name="TextBox 126"/>
          <p:cNvSpPr txBox="1"/>
          <p:nvPr/>
        </p:nvSpPr>
        <p:spPr bwMode="auto">
          <a:xfrm>
            <a:off x="6714308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Visualiser</a:t>
            </a:r>
            <a:endParaRPr/>
          </a:p>
        </p:txBody>
      </p:sp>
      <p:sp>
        <p:nvSpPr>
          <p:cNvPr id="541552107" name="TextBox 127"/>
          <p:cNvSpPr txBox="1"/>
          <p:nvPr/>
        </p:nvSpPr>
        <p:spPr bwMode="auto">
          <a:xfrm>
            <a:off x="6714307" y="4892039"/>
            <a:ext cx="164735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matplotlib</a:t>
            </a:r>
            <a:endParaRPr sz="22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seaborn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669143239" name="Oval 128"/>
          <p:cNvSpPr/>
          <p:nvPr/>
        </p:nvSpPr>
        <p:spPr bwMode="auto">
          <a:xfrm>
            <a:off x="8490857" y="3108960"/>
            <a:ext cx="1097280" cy="1097280"/>
          </a:xfrm>
          <a:prstGeom prst="ellipse">
            <a:avLst/>
          </a:prstGeom>
          <a:solidFill>
            <a:srgbClr val="6E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4096027" name="TextBox 129"/>
          <p:cNvSpPr txBox="1"/>
          <p:nvPr/>
        </p:nvSpPr>
        <p:spPr bwMode="auto">
          <a:xfrm>
            <a:off x="8490856" y="344919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2200" b="1">
                <a:solidFill>
                  <a:srgbClr val="06091F"/>
                </a:solidFill>
                <a:latin typeface="Montserrat"/>
              </a:rPr>
              <a:t>06</a:t>
            </a:r>
            <a:endParaRPr/>
          </a:p>
        </p:txBody>
      </p:sp>
      <p:sp>
        <p:nvSpPr>
          <p:cNvPr id="1197862311" name="TextBox 130"/>
          <p:cNvSpPr txBox="1"/>
          <p:nvPr/>
        </p:nvSpPr>
        <p:spPr bwMode="auto">
          <a:xfrm>
            <a:off x="8216537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Tester</a:t>
            </a:r>
            <a:endParaRPr/>
          </a:p>
        </p:txBody>
      </p:sp>
      <p:sp>
        <p:nvSpPr>
          <p:cNvPr id="801319689" name="TextBox 131"/>
          <p:cNvSpPr txBox="1"/>
          <p:nvPr/>
        </p:nvSpPr>
        <p:spPr bwMode="auto">
          <a:xfrm>
            <a:off x="8216536" y="4892039"/>
            <a:ext cx="164735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scipy : t · Chi²</a:t>
            </a:r>
            <a:endParaRPr sz="22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Pearson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1194576459" name="Oval 132"/>
          <p:cNvSpPr/>
          <p:nvPr/>
        </p:nvSpPr>
        <p:spPr bwMode="auto">
          <a:xfrm>
            <a:off x="9993085" y="3108960"/>
            <a:ext cx="1097280" cy="1097280"/>
          </a:xfrm>
          <a:prstGeom prst="ellipse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4639984" name="TextBox 133"/>
          <p:cNvSpPr txBox="1"/>
          <p:nvPr/>
        </p:nvSpPr>
        <p:spPr bwMode="auto">
          <a:xfrm>
            <a:off x="9993084" y="344919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2200" b="1">
                <a:solidFill>
                  <a:srgbClr val="06091F"/>
                </a:solidFill>
                <a:latin typeface="Montserrat"/>
              </a:rPr>
              <a:t>07</a:t>
            </a:r>
            <a:endParaRPr/>
          </a:p>
        </p:txBody>
      </p:sp>
      <p:sp>
        <p:nvSpPr>
          <p:cNvPr id="1282239876" name="TextBox 134"/>
          <p:cNvSpPr txBox="1"/>
          <p:nvPr/>
        </p:nvSpPr>
        <p:spPr bwMode="auto">
          <a:xfrm>
            <a:off x="9718765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Restituer</a:t>
            </a:r>
            <a:endParaRPr/>
          </a:p>
        </p:txBody>
      </p:sp>
      <p:sp>
        <p:nvSpPr>
          <p:cNvPr id="1689228972" name="TextBox 135"/>
          <p:cNvSpPr txBox="1"/>
          <p:nvPr/>
        </p:nvSpPr>
        <p:spPr bwMode="auto">
          <a:xfrm>
            <a:off x="9718764" y="4892039"/>
            <a:ext cx="164735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Streamlit</a:t>
            </a:r>
            <a:endParaRPr sz="22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defRPr/>
            </a:pPr>
            <a:r>
              <a:rPr sz="1200" b="1">
                <a:solidFill>
                  <a:schemeClr val="bg1"/>
                </a:solidFill>
                <a:latin typeface="Consolas"/>
              </a:rPr>
              <a:t>+ slides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517917363" name="Rectangle 136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1774225" name="TextBox 137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395837217" name="TextBox 138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07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push dir="r"/>
      </p:transition>
    </mc:Choice>
    <mc:Fallback>
      <p:transition spd="med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3860479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04" dur="300" fill="hold"/>
                                              <p:tgtEl>
                                                <p:spTgt spid="1738604795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6457758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14" dur="300" fill="hold"/>
                                              <p:tgtEl>
                                                <p:spTgt spid="964577586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1801398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24" dur="300" fill="hold"/>
                                              <p:tgtEl>
                                                <p:spTgt spid="1618013987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0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467887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34" dur="300" fill="hold"/>
                                              <p:tgtEl>
                                                <p:spTgt spid="1346788720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00"/>
                            </p:stCondLst>
                            <p:childTnLst>
                              <p:par>
                                <p:cTn id="14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8935795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44" dur="300" fill="hold"/>
                                              <p:tgtEl>
                                                <p:spTgt spid="1889357953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691432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54" dur="300" fill="hold"/>
                                              <p:tgtEl>
                                                <p:spTgt spid="669143239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600"/>
                            </p:stCondLst>
                            <p:childTnLst>
                              <p:par>
                                <p:cTn id="1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9457645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64" dur="300" fill="hold"/>
                                              <p:tgtEl>
                                                <p:spTgt spid="1194576459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76524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3759817" name="Oval 2"/>
          <p:cNvSpPr/>
          <p:nvPr/>
        </p:nvSpPr>
        <p:spPr bwMode="auto">
          <a:xfrm>
            <a:off x="777240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6878250" name="Oval 3"/>
          <p:cNvSpPr/>
          <p:nvPr/>
        </p:nvSpPr>
        <p:spPr bwMode="auto">
          <a:xfrm>
            <a:off x="777240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0654038" name="Oval 4"/>
          <p:cNvSpPr/>
          <p:nvPr/>
        </p:nvSpPr>
        <p:spPr bwMode="auto">
          <a:xfrm>
            <a:off x="777240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4528414" name="Oval 5"/>
          <p:cNvSpPr/>
          <p:nvPr/>
        </p:nvSpPr>
        <p:spPr bwMode="auto">
          <a:xfrm>
            <a:off x="777240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6880103" name="Oval 6"/>
          <p:cNvSpPr/>
          <p:nvPr/>
        </p:nvSpPr>
        <p:spPr bwMode="auto">
          <a:xfrm>
            <a:off x="777240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0459317" name="Oval 7"/>
          <p:cNvSpPr/>
          <p:nvPr/>
        </p:nvSpPr>
        <p:spPr bwMode="auto">
          <a:xfrm>
            <a:off x="777240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5309324" name="Oval 8"/>
          <p:cNvSpPr/>
          <p:nvPr/>
        </p:nvSpPr>
        <p:spPr bwMode="auto">
          <a:xfrm>
            <a:off x="777240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9607486" name="Oval 9"/>
          <p:cNvSpPr/>
          <p:nvPr/>
        </p:nvSpPr>
        <p:spPr bwMode="auto">
          <a:xfrm>
            <a:off x="777240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7638326" name="Oval 10"/>
          <p:cNvSpPr/>
          <p:nvPr/>
        </p:nvSpPr>
        <p:spPr bwMode="auto">
          <a:xfrm>
            <a:off x="777240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759198" name="Oval 11"/>
          <p:cNvSpPr/>
          <p:nvPr/>
        </p:nvSpPr>
        <p:spPr bwMode="auto">
          <a:xfrm>
            <a:off x="777240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4661640" name="Oval 12"/>
          <p:cNvSpPr/>
          <p:nvPr/>
        </p:nvSpPr>
        <p:spPr bwMode="auto">
          <a:xfrm>
            <a:off x="777240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931397" name="Oval 13"/>
          <p:cNvSpPr/>
          <p:nvPr/>
        </p:nvSpPr>
        <p:spPr bwMode="auto">
          <a:xfrm>
            <a:off x="777240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0069117" name="Oval 14"/>
          <p:cNvSpPr/>
          <p:nvPr/>
        </p:nvSpPr>
        <p:spPr bwMode="auto">
          <a:xfrm>
            <a:off x="777240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786329" name="Oval 15"/>
          <p:cNvSpPr/>
          <p:nvPr/>
        </p:nvSpPr>
        <p:spPr bwMode="auto">
          <a:xfrm>
            <a:off x="777240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5184270" name="Oval 16"/>
          <p:cNvSpPr/>
          <p:nvPr/>
        </p:nvSpPr>
        <p:spPr bwMode="auto">
          <a:xfrm>
            <a:off x="777240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8294094" name="Oval 17"/>
          <p:cNvSpPr/>
          <p:nvPr/>
        </p:nvSpPr>
        <p:spPr bwMode="auto">
          <a:xfrm>
            <a:off x="777240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0418028" name="Oval 18"/>
          <p:cNvSpPr/>
          <p:nvPr/>
        </p:nvSpPr>
        <p:spPr bwMode="auto">
          <a:xfrm>
            <a:off x="777240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2482326" name="Oval 19"/>
          <p:cNvSpPr/>
          <p:nvPr/>
        </p:nvSpPr>
        <p:spPr bwMode="auto">
          <a:xfrm>
            <a:off x="777240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9114563" name="Oval 20"/>
          <p:cNvSpPr/>
          <p:nvPr/>
        </p:nvSpPr>
        <p:spPr bwMode="auto">
          <a:xfrm>
            <a:off x="777240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4991411" name="Oval 21"/>
          <p:cNvSpPr/>
          <p:nvPr/>
        </p:nvSpPr>
        <p:spPr bwMode="auto">
          <a:xfrm>
            <a:off x="777240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2002738" name="Oval 22"/>
          <p:cNvSpPr/>
          <p:nvPr/>
        </p:nvSpPr>
        <p:spPr bwMode="auto">
          <a:xfrm>
            <a:off x="806500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4057899" name="Oval 23"/>
          <p:cNvSpPr/>
          <p:nvPr/>
        </p:nvSpPr>
        <p:spPr bwMode="auto">
          <a:xfrm>
            <a:off x="806500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1450878" name="Oval 24"/>
          <p:cNvSpPr/>
          <p:nvPr/>
        </p:nvSpPr>
        <p:spPr bwMode="auto">
          <a:xfrm>
            <a:off x="806500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1392188" name="Oval 25"/>
          <p:cNvSpPr/>
          <p:nvPr/>
        </p:nvSpPr>
        <p:spPr bwMode="auto">
          <a:xfrm>
            <a:off x="806500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6086903" name="Oval 26"/>
          <p:cNvSpPr/>
          <p:nvPr/>
        </p:nvSpPr>
        <p:spPr bwMode="auto">
          <a:xfrm>
            <a:off x="806500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7878695" name="Oval 27"/>
          <p:cNvSpPr/>
          <p:nvPr/>
        </p:nvSpPr>
        <p:spPr bwMode="auto">
          <a:xfrm>
            <a:off x="806500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4399563" name="Oval 28"/>
          <p:cNvSpPr/>
          <p:nvPr/>
        </p:nvSpPr>
        <p:spPr bwMode="auto">
          <a:xfrm>
            <a:off x="806500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3428710" name="Oval 29"/>
          <p:cNvSpPr/>
          <p:nvPr/>
        </p:nvSpPr>
        <p:spPr bwMode="auto">
          <a:xfrm>
            <a:off x="806500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4052680" name="Oval 30"/>
          <p:cNvSpPr/>
          <p:nvPr/>
        </p:nvSpPr>
        <p:spPr bwMode="auto">
          <a:xfrm>
            <a:off x="806500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4683865" name="Oval 31"/>
          <p:cNvSpPr/>
          <p:nvPr/>
        </p:nvSpPr>
        <p:spPr bwMode="auto">
          <a:xfrm>
            <a:off x="806500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5119959" name="Oval 32"/>
          <p:cNvSpPr/>
          <p:nvPr/>
        </p:nvSpPr>
        <p:spPr bwMode="auto">
          <a:xfrm>
            <a:off x="806500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849164" name="Oval 33"/>
          <p:cNvSpPr/>
          <p:nvPr/>
        </p:nvSpPr>
        <p:spPr bwMode="auto">
          <a:xfrm>
            <a:off x="806500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0580534" name="Oval 34"/>
          <p:cNvSpPr/>
          <p:nvPr/>
        </p:nvSpPr>
        <p:spPr bwMode="auto">
          <a:xfrm>
            <a:off x="806500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3535434" name="Oval 35"/>
          <p:cNvSpPr/>
          <p:nvPr/>
        </p:nvSpPr>
        <p:spPr bwMode="auto">
          <a:xfrm>
            <a:off x="806500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159923" name="Oval 36"/>
          <p:cNvSpPr/>
          <p:nvPr/>
        </p:nvSpPr>
        <p:spPr bwMode="auto">
          <a:xfrm>
            <a:off x="806500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9056675" name="Oval 37"/>
          <p:cNvSpPr/>
          <p:nvPr/>
        </p:nvSpPr>
        <p:spPr bwMode="auto">
          <a:xfrm>
            <a:off x="806500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6766727" name="Oval 38"/>
          <p:cNvSpPr/>
          <p:nvPr/>
        </p:nvSpPr>
        <p:spPr bwMode="auto">
          <a:xfrm>
            <a:off x="806500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3316909" name="Oval 39"/>
          <p:cNvSpPr/>
          <p:nvPr/>
        </p:nvSpPr>
        <p:spPr bwMode="auto">
          <a:xfrm>
            <a:off x="806500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0526232" name="Oval 40"/>
          <p:cNvSpPr/>
          <p:nvPr/>
        </p:nvSpPr>
        <p:spPr bwMode="auto">
          <a:xfrm>
            <a:off x="806500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4416087" name="Oval 41"/>
          <p:cNvSpPr/>
          <p:nvPr/>
        </p:nvSpPr>
        <p:spPr bwMode="auto">
          <a:xfrm>
            <a:off x="806500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8844290" name="Oval 42"/>
          <p:cNvSpPr/>
          <p:nvPr/>
        </p:nvSpPr>
        <p:spPr bwMode="auto">
          <a:xfrm>
            <a:off x="8357616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5819860" name="Oval 43"/>
          <p:cNvSpPr/>
          <p:nvPr/>
        </p:nvSpPr>
        <p:spPr bwMode="auto">
          <a:xfrm>
            <a:off x="8357616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3236651" name="Oval 44"/>
          <p:cNvSpPr/>
          <p:nvPr/>
        </p:nvSpPr>
        <p:spPr bwMode="auto">
          <a:xfrm>
            <a:off x="8357616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590654" name="Oval 45"/>
          <p:cNvSpPr/>
          <p:nvPr/>
        </p:nvSpPr>
        <p:spPr bwMode="auto">
          <a:xfrm>
            <a:off x="8357616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6393312" name="Oval 46"/>
          <p:cNvSpPr/>
          <p:nvPr/>
        </p:nvSpPr>
        <p:spPr bwMode="auto">
          <a:xfrm>
            <a:off x="8357616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5231250" name="Oval 47"/>
          <p:cNvSpPr/>
          <p:nvPr/>
        </p:nvSpPr>
        <p:spPr bwMode="auto">
          <a:xfrm>
            <a:off x="8357616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6298825" name="Oval 48"/>
          <p:cNvSpPr/>
          <p:nvPr/>
        </p:nvSpPr>
        <p:spPr bwMode="auto">
          <a:xfrm>
            <a:off x="8357616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1037701" name="Oval 49"/>
          <p:cNvSpPr/>
          <p:nvPr/>
        </p:nvSpPr>
        <p:spPr bwMode="auto">
          <a:xfrm>
            <a:off x="8357616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8986128" name="Oval 50"/>
          <p:cNvSpPr/>
          <p:nvPr/>
        </p:nvSpPr>
        <p:spPr bwMode="auto">
          <a:xfrm>
            <a:off x="8357616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2721657" name="Oval 51"/>
          <p:cNvSpPr/>
          <p:nvPr/>
        </p:nvSpPr>
        <p:spPr bwMode="auto">
          <a:xfrm>
            <a:off x="8357616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6835364" name="Oval 52"/>
          <p:cNvSpPr/>
          <p:nvPr/>
        </p:nvSpPr>
        <p:spPr bwMode="auto">
          <a:xfrm>
            <a:off x="8357616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277977" name="Oval 53"/>
          <p:cNvSpPr/>
          <p:nvPr/>
        </p:nvSpPr>
        <p:spPr bwMode="auto">
          <a:xfrm>
            <a:off x="8357616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3040051" name="Oval 54"/>
          <p:cNvSpPr/>
          <p:nvPr/>
        </p:nvSpPr>
        <p:spPr bwMode="auto">
          <a:xfrm>
            <a:off x="8357616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4386997" name="Oval 55"/>
          <p:cNvSpPr/>
          <p:nvPr/>
        </p:nvSpPr>
        <p:spPr bwMode="auto">
          <a:xfrm>
            <a:off x="8357616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4278390" name="Oval 56"/>
          <p:cNvSpPr/>
          <p:nvPr/>
        </p:nvSpPr>
        <p:spPr bwMode="auto">
          <a:xfrm>
            <a:off x="8357616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0236692" name="Oval 57"/>
          <p:cNvSpPr/>
          <p:nvPr/>
        </p:nvSpPr>
        <p:spPr bwMode="auto">
          <a:xfrm>
            <a:off x="8357616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048481" name="Oval 58"/>
          <p:cNvSpPr/>
          <p:nvPr/>
        </p:nvSpPr>
        <p:spPr bwMode="auto">
          <a:xfrm>
            <a:off x="8357616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0698412" name="Oval 59"/>
          <p:cNvSpPr/>
          <p:nvPr/>
        </p:nvSpPr>
        <p:spPr bwMode="auto">
          <a:xfrm>
            <a:off x="8357616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8568354" name="Oval 60"/>
          <p:cNvSpPr/>
          <p:nvPr/>
        </p:nvSpPr>
        <p:spPr bwMode="auto">
          <a:xfrm>
            <a:off x="8357616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9796555" name="Oval 61"/>
          <p:cNvSpPr/>
          <p:nvPr/>
        </p:nvSpPr>
        <p:spPr bwMode="auto">
          <a:xfrm>
            <a:off x="8357616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092697" name="Oval 62"/>
          <p:cNvSpPr/>
          <p:nvPr/>
        </p:nvSpPr>
        <p:spPr bwMode="auto">
          <a:xfrm>
            <a:off x="8650224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8486685" name="Oval 63"/>
          <p:cNvSpPr/>
          <p:nvPr/>
        </p:nvSpPr>
        <p:spPr bwMode="auto">
          <a:xfrm>
            <a:off x="8650224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3225176" name="Oval 64"/>
          <p:cNvSpPr/>
          <p:nvPr/>
        </p:nvSpPr>
        <p:spPr bwMode="auto">
          <a:xfrm>
            <a:off x="8650224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4024849" name="Oval 65"/>
          <p:cNvSpPr/>
          <p:nvPr/>
        </p:nvSpPr>
        <p:spPr bwMode="auto">
          <a:xfrm>
            <a:off x="8650224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6004968" name="Oval 66"/>
          <p:cNvSpPr/>
          <p:nvPr/>
        </p:nvSpPr>
        <p:spPr bwMode="auto">
          <a:xfrm>
            <a:off x="8650224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10455" name="Oval 67"/>
          <p:cNvSpPr/>
          <p:nvPr/>
        </p:nvSpPr>
        <p:spPr bwMode="auto">
          <a:xfrm>
            <a:off x="8650224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1205832" name="Oval 68"/>
          <p:cNvSpPr/>
          <p:nvPr/>
        </p:nvSpPr>
        <p:spPr bwMode="auto">
          <a:xfrm>
            <a:off x="8650224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3719647" name="Oval 69"/>
          <p:cNvSpPr/>
          <p:nvPr/>
        </p:nvSpPr>
        <p:spPr bwMode="auto">
          <a:xfrm>
            <a:off x="8650224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1341208" name="Oval 70"/>
          <p:cNvSpPr/>
          <p:nvPr/>
        </p:nvSpPr>
        <p:spPr bwMode="auto">
          <a:xfrm>
            <a:off x="8650224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3176487" name="Oval 71"/>
          <p:cNvSpPr/>
          <p:nvPr/>
        </p:nvSpPr>
        <p:spPr bwMode="auto">
          <a:xfrm>
            <a:off x="8650224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2149427" name="Oval 72"/>
          <p:cNvSpPr/>
          <p:nvPr/>
        </p:nvSpPr>
        <p:spPr bwMode="auto">
          <a:xfrm>
            <a:off x="8650224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6769418" name="Oval 73"/>
          <p:cNvSpPr/>
          <p:nvPr/>
        </p:nvSpPr>
        <p:spPr bwMode="auto">
          <a:xfrm>
            <a:off x="8650224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1525427" name="Oval 74"/>
          <p:cNvSpPr/>
          <p:nvPr/>
        </p:nvSpPr>
        <p:spPr bwMode="auto">
          <a:xfrm>
            <a:off x="8650224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0458003" name="Oval 75"/>
          <p:cNvSpPr/>
          <p:nvPr/>
        </p:nvSpPr>
        <p:spPr bwMode="auto">
          <a:xfrm>
            <a:off x="8650224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8312178" name="Oval 76"/>
          <p:cNvSpPr/>
          <p:nvPr/>
        </p:nvSpPr>
        <p:spPr bwMode="auto">
          <a:xfrm>
            <a:off x="8650224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8542600" name="Oval 77"/>
          <p:cNvSpPr/>
          <p:nvPr/>
        </p:nvSpPr>
        <p:spPr bwMode="auto">
          <a:xfrm>
            <a:off x="8650224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1447004" name="Oval 78"/>
          <p:cNvSpPr/>
          <p:nvPr/>
        </p:nvSpPr>
        <p:spPr bwMode="auto">
          <a:xfrm>
            <a:off x="8650224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657299" name="Oval 79"/>
          <p:cNvSpPr/>
          <p:nvPr/>
        </p:nvSpPr>
        <p:spPr bwMode="auto">
          <a:xfrm>
            <a:off x="8650224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2349855" name="Oval 80"/>
          <p:cNvSpPr/>
          <p:nvPr/>
        </p:nvSpPr>
        <p:spPr bwMode="auto">
          <a:xfrm>
            <a:off x="8650224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4957259" name="Oval 81"/>
          <p:cNvSpPr/>
          <p:nvPr/>
        </p:nvSpPr>
        <p:spPr bwMode="auto">
          <a:xfrm>
            <a:off x="8650224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7543764" name="Oval 82"/>
          <p:cNvSpPr/>
          <p:nvPr/>
        </p:nvSpPr>
        <p:spPr bwMode="auto">
          <a:xfrm>
            <a:off x="8942832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3753552" name="Oval 83"/>
          <p:cNvSpPr/>
          <p:nvPr/>
        </p:nvSpPr>
        <p:spPr bwMode="auto">
          <a:xfrm>
            <a:off x="8942832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4709603" name="Oval 84"/>
          <p:cNvSpPr/>
          <p:nvPr/>
        </p:nvSpPr>
        <p:spPr bwMode="auto">
          <a:xfrm>
            <a:off x="8942832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2260111" name="Oval 85"/>
          <p:cNvSpPr/>
          <p:nvPr/>
        </p:nvSpPr>
        <p:spPr bwMode="auto">
          <a:xfrm>
            <a:off x="8942832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7451495" name="Oval 86"/>
          <p:cNvSpPr/>
          <p:nvPr/>
        </p:nvSpPr>
        <p:spPr bwMode="auto">
          <a:xfrm>
            <a:off x="8942832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2167866" name="Oval 87"/>
          <p:cNvSpPr/>
          <p:nvPr/>
        </p:nvSpPr>
        <p:spPr bwMode="auto">
          <a:xfrm>
            <a:off x="8942832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4375746" name="Oval 88"/>
          <p:cNvSpPr/>
          <p:nvPr/>
        </p:nvSpPr>
        <p:spPr bwMode="auto">
          <a:xfrm>
            <a:off x="8942832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0399628" name="Oval 89"/>
          <p:cNvSpPr/>
          <p:nvPr/>
        </p:nvSpPr>
        <p:spPr bwMode="auto">
          <a:xfrm>
            <a:off x="8942832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4091997" name="Oval 90"/>
          <p:cNvSpPr/>
          <p:nvPr/>
        </p:nvSpPr>
        <p:spPr bwMode="auto">
          <a:xfrm>
            <a:off x="8942832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6820934" name="Oval 91"/>
          <p:cNvSpPr/>
          <p:nvPr/>
        </p:nvSpPr>
        <p:spPr bwMode="auto">
          <a:xfrm>
            <a:off x="8942832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6588113" name="Oval 92"/>
          <p:cNvSpPr/>
          <p:nvPr/>
        </p:nvSpPr>
        <p:spPr bwMode="auto">
          <a:xfrm>
            <a:off x="8942832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2989931" name="Oval 93"/>
          <p:cNvSpPr/>
          <p:nvPr/>
        </p:nvSpPr>
        <p:spPr bwMode="auto">
          <a:xfrm>
            <a:off x="8942832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4180381" name="Oval 94"/>
          <p:cNvSpPr/>
          <p:nvPr/>
        </p:nvSpPr>
        <p:spPr bwMode="auto">
          <a:xfrm>
            <a:off x="8942832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439339" name="Oval 95"/>
          <p:cNvSpPr/>
          <p:nvPr/>
        </p:nvSpPr>
        <p:spPr bwMode="auto">
          <a:xfrm>
            <a:off x="8942832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5338622" name="Oval 96"/>
          <p:cNvSpPr/>
          <p:nvPr/>
        </p:nvSpPr>
        <p:spPr bwMode="auto">
          <a:xfrm>
            <a:off x="8942832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1782574" name="Oval 97"/>
          <p:cNvSpPr/>
          <p:nvPr/>
        </p:nvSpPr>
        <p:spPr bwMode="auto">
          <a:xfrm>
            <a:off x="8942832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8960283" name="Oval 98"/>
          <p:cNvSpPr/>
          <p:nvPr/>
        </p:nvSpPr>
        <p:spPr bwMode="auto">
          <a:xfrm>
            <a:off x="8942832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5879759" name="Oval 99"/>
          <p:cNvSpPr/>
          <p:nvPr/>
        </p:nvSpPr>
        <p:spPr bwMode="auto">
          <a:xfrm>
            <a:off x="8942832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0557858" name="Oval 100"/>
          <p:cNvSpPr/>
          <p:nvPr/>
        </p:nvSpPr>
        <p:spPr bwMode="auto">
          <a:xfrm>
            <a:off x="8942832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5439433" name="Oval 101"/>
          <p:cNvSpPr/>
          <p:nvPr/>
        </p:nvSpPr>
        <p:spPr bwMode="auto">
          <a:xfrm>
            <a:off x="8942832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3218323" name="Oval 102"/>
          <p:cNvSpPr/>
          <p:nvPr/>
        </p:nvSpPr>
        <p:spPr bwMode="auto">
          <a:xfrm>
            <a:off x="923544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3605950" name="Oval 103"/>
          <p:cNvSpPr/>
          <p:nvPr/>
        </p:nvSpPr>
        <p:spPr bwMode="auto">
          <a:xfrm>
            <a:off x="923544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7357921" name="Oval 104"/>
          <p:cNvSpPr/>
          <p:nvPr/>
        </p:nvSpPr>
        <p:spPr bwMode="auto">
          <a:xfrm>
            <a:off x="923544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8583768" name="Oval 105"/>
          <p:cNvSpPr/>
          <p:nvPr/>
        </p:nvSpPr>
        <p:spPr bwMode="auto">
          <a:xfrm>
            <a:off x="923544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408390" name="Oval 106"/>
          <p:cNvSpPr/>
          <p:nvPr/>
        </p:nvSpPr>
        <p:spPr bwMode="auto">
          <a:xfrm>
            <a:off x="923544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3983789" name="Oval 107"/>
          <p:cNvSpPr/>
          <p:nvPr/>
        </p:nvSpPr>
        <p:spPr bwMode="auto">
          <a:xfrm>
            <a:off x="923544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0935227" name="Oval 108"/>
          <p:cNvSpPr/>
          <p:nvPr/>
        </p:nvSpPr>
        <p:spPr bwMode="auto">
          <a:xfrm>
            <a:off x="923544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7371766" name="Oval 109"/>
          <p:cNvSpPr/>
          <p:nvPr/>
        </p:nvSpPr>
        <p:spPr bwMode="auto">
          <a:xfrm>
            <a:off x="923544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5593664" name="Oval 110"/>
          <p:cNvSpPr/>
          <p:nvPr/>
        </p:nvSpPr>
        <p:spPr bwMode="auto">
          <a:xfrm>
            <a:off x="923544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1732479" name="Oval 111"/>
          <p:cNvSpPr/>
          <p:nvPr/>
        </p:nvSpPr>
        <p:spPr bwMode="auto">
          <a:xfrm>
            <a:off x="923544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4681356" name="Oval 112"/>
          <p:cNvSpPr/>
          <p:nvPr/>
        </p:nvSpPr>
        <p:spPr bwMode="auto">
          <a:xfrm>
            <a:off x="923544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1723859" name="Oval 113"/>
          <p:cNvSpPr/>
          <p:nvPr/>
        </p:nvSpPr>
        <p:spPr bwMode="auto">
          <a:xfrm>
            <a:off x="923544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1287421" name="Oval 114"/>
          <p:cNvSpPr/>
          <p:nvPr/>
        </p:nvSpPr>
        <p:spPr bwMode="auto">
          <a:xfrm>
            <a:off x="923544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293366" name="Oval 115"/>
          <p:cNvSpPr/>
          <p:nvPr/>
        </p:nvSpPr>
        <p:spPr bwMode="auto">
          <a:xfrm>
            <a:off x="923544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1012027" name="Oval 116"/>
          <p:cNvSpPr/>
          <p:nvPr/>
        </p:nvSpPr>
        <p:spPr bwMode="auto">
          <a:xfrm>
            <a:off x="923544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1976659" name="Oval 117"/>
          <p:cNvSpPr/>
          <p:nvPr/>
        </p:nvSpPr>
        <p:spPr bwMode="auto">
          <a:xfrm>
            <a:off x="923544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0853169" name="Oval 118"/>
          <p:cNvSpPr/>
          <p:nvPr/>
        </p:nvSpPr>
        <p:spPr bwMode="auto">
          <a:xfrm>
            <a:off x="923544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530367" name="Oval 119"/>
          <p:cNvSpPr/>
          <p:nvPr/>
        </p:nvSpPr>
        <p:spPr bwMode="auto">
          <a:xfrm>
            <a:off x="923544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0909689" name="Oval 120"/>
          <p:cNvSpPr/>
          <p:nvPr/>
        </p:nvSpPr>
        <p:spPr bwMode="auto">
          <a:xfrm>
            <a:off x="923544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8622574" name="Oval 121"/>
          <p:cNvSpPr/>
          <p:nvPr/>
        </p:nvSpPr>
        <p:spPr bwMode="auto">
          <a:xfrm>
            <a:off x="923544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0861397" name="Oval 122"/>
          <p:cNvSpPr/>
          <p:nvPr/>
        </p:nvSpPr>
        <p:spPr bwMode="auto">
          <a:xfrm>
            <a:off x="952804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4491000" name="Oval 123"/>
          <p:cNvSpPr/>
          <p:nvPr/>
        </p:nvSpPr>
        <p:spPr bwMode="auto">
          <a:xfrm>
            <a:off x="952804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4702917" name="Oval 124"/>
          <p:cNvSpPr/>
          <p:nvPr/>
        </p:nvSpPr>
        <p:spPr bwMode="auto">
          <a:xfrm>
            <a:off x="952804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2261153" name="Oval 125"/>
          <p:cNvSpPr/>
          <p:nvPr/>
        </p:nvSpPr>
        <p:spPr bwMode="auto">
          <a:xfrm>
            <a:off x="952804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2404304" name="Oval 126"/>
          <p:cNvSpPr/>
          <p:nvPr/>
        </p:nvSpPr>
        <p:spPr bwMode="auto">
          <a:xfrm>
            <a:off x="952804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1857737" name="Oval 127"/>
          <p:cNvSpPr/>
          <p:nvPr/>
        </p:nvSpPr>
        <p:spPr bwMode="auto">
          <a:xfrm>
            <a:off x="952804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4451439" name="Oval 128"/>
          <p:cNvSpPr/>
          <p:nvPr/>
        </p:nvSpPr>
        <p:spPr bwMode="auto">
          <a:xfrm>
            <a:off x="952804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5294429" name="Oval 129"/>
          <p:cNvSpPr/>
          <p:nvPr/>
        </p:nvSpPr>
        <p:spPr bwMode="auto">
          <a:xfrm>
            <a:off x="952804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5707027" name="Oval 130"/>
          <p:cNvSpPr/>
          <p:nvPr/>
        </p:nvSpPr>
        <p:spPr bwMode="auto">
          <a:xfrm>
            <a:off x="952804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6031713" name="Oval 131"/>
          <p:cNvSpPr/>
          <p:nvPr/>
        </p:nvSpPr>
        <p:spPr bwMode="auto">
          <a:xfrm>
            <a:off x="952804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816118" name="Oval 132"/>
          <p:cNvSpPr/>
          <p:nvPr/>
        </p:nvSpPr>
        <p:spPr bwMode="auto">
          <a:xfrm>
            <a:off x="952804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7933265" name="Oval 133"/>
          <p:cNvSpPr/>
          <p:nvPr/>
        </p:nvSpPr>
        <p:spPr bwMode="auto">
          <a:xfrm>
            <a:off x="952804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9051096" name="Oval 134"/>
          <p:cNvSpPr/>
          <p:nvPr/>
        </p:nvSpPr>
        <p:spPr bwMode="auto">
          <a:xfrm>
            <a:off x="952804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9180187" name="Oval 135"/>
          <p:cNvSpPr/>
          <p:nvPr/>
        </p:nvSpPr>
        <p:spPr bwMode="auto">
          <a:xfrm>
            <a:off x="952804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635463" name="Oval 136"/>
          <p:cNvSpPr/>
          <p:nvPr/>
        </p:nvSpPr>
        <p:spPr bwMode="auto">
          <a:xfrm>
            <a:off x="952804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8160268" name="Oval 137"/>
          <p:cNvSpPr/>
          <p:nvPr/>
        </p:nvSpPr>
        <p:spPr bwMode="auto">
          <a:xfrm>
            <a:off x="952804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0051955" name="Oval 138"/>
          <p:cNvSpPr/>
          <p:nvPr/>
        </p:nvSpPr>
        <p:spPr bwMode="auto">
          <a:xfrm>
            <a:off x="952804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9827318" name="Oval 139"/>
          <p:cNvSpPr/>
          <p:nvPr/>
        </p:nvSpPr>
        <p:spPr bwMode="auto">
          <a:xfrm>
            <a:off x="952804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602945" name="Oval 140"/>
          <p:cNvSpPr/>
          <p:nvPr/>
        </p:nvSpPr>
        <p:spPr bwMode="auto">
          <a:xfrm>
            <a:off x="952804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2062475" name="Oval 141"/>
          <p:cNvSpPr/>
          <p:nvPr/>
        </p:nvSpPr>
        <p:spPr bwMode="auto">
          <a:xfrm>
            <a:off x="952804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6026985" name="Oval 142"/>
          <p:cNvSpPr/>
          <p:nvPr/>
        </p:nvSpPr>
        <p:spPr bwMode="auto">
          <a:xfrm>
            <a:off x="9820656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6050243" name="Oval 143"/>
          <p:cNvSpPr/>
          <p:nvPr/>
        </p:nvSpPr>
        <p:spPr bwMode="auto">
          <a:xfrm>
            <a:off x="9820656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6144622" name="Oval 144"/>
          <p:cNvSpPr/>
          <p:nvPr/>
        </p:nvSpPr>
        <p:spPr bwMode="auto">
          <a:xfrm>
            <a:off x="9820656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0392176" name="Oval 145"/>
          <p:cNvSpPr/>
          <p:nvPr/>
        </p:nvSpPr>
        <p:spPr bwMode="auto">
          <a:xfrm>
            <a:off x="9820656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5056698" name="Oval 146"/>
          <p:cNvSpPr/>
          <p:nvPr/>
        </p:nvSpPr>
        <p:spPr bwMode="auto">
          <a:xfrm>
            <a:off x="9820656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858366" name="Oval 147"/>
          <p:cNvSpPr/>
          <p:nvPr/>
        </p:nvSpPr>
        <p:spPr bwMode="auto">
          <a:xfrm>
            <a:off x="9820656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1998296" name="Oval 148"/>
          <p:cNvSpPr/>
          <p:nvPr/>
        </p:nvSpPr>
        <p:spPr bwMode="auto">
          <a:xfrm>
            <a:off x="9820656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8471814" name="Oval 149"/>
          <p:cNvSpPr/>
          <p:nvPr/>
        </p:nvSpPr>
        <p:spPr bwMode="auto">
          <a:xfrm>
            <a:off x="9820656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3340384" name="Oval 150"/>
          <p:cNvSpPr/>
          <p:nvPr/>
        </p:nvSpPr>
        <p:spPr bwMode="auto">
          <a:xfrm>
            <a:off x="9820656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2066513" name="Oval 151"/>
          <p:cNvSpPr/>
          <p:nvPr/>
        </p:nvSpPr>
        <p:spPr bwMode="auto">
          <a:xfrm>
            <a:off x="9820656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6611644" name="Oval 152"/>
          <p:cNvSpPr/>
          <p:nvPr/>
        </p:nvSpPr>
        <p:spPr bwMode="auto">
          <a:xfrm>
            <a:off x="9820656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3844703" name="Oval 153"/>
          <p:cNvSpPr/>
          <p:nvPr/>
        </p:nvSpPr>
        <p:spPr bwMode="auto">
          <a:xfrm>
            <a:off x="9820656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5688441" name="Oval 154"/>
          <p:cNvSpPr/>
          <p:nvPr/>
        </p:nvSpPr>
        <p:spPr bwMode="auto">
          <a:xfrm>
            <a:off x="9820656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4107809" name="Oval 155"/>
          <p:cNvSpPr/>
          <p:nvPr/>
        </p:nvSpPr>
        <p:spPr bwMode="auto">
          <a:xfrm>
            <a:off x="9820656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3263732" name="Oval 156"/>
          <p:cNvSpPr/>
          <p:nvPr/>
        </p:nvSpPr>
        <p:spPr bwMode="auto">
          <a:xfrm>
            <a:off x="9820656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5154077" name="Oval 157"/>
          <p:cNvSpPr/>
          <p:nvPr/>
        </p:nvSpPr>
        <p:spPr bwMode="auto">
          <a:xfrm>
            <a:off x="9820656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3009771" name="Oval 158"/>
          <p:cNvSpPr/>
          <p:nvPr/>
        </p:nvSpPr>
        <p:spPr bwMode="auto">
          <a:xfrm>
            <a:off x="9820656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5334430" name="Oval 159"/>
          <p:cNvSpPr/>
          <p:nvPr/>
        </p:nvSpPr>
        <p:spPr bwMode="auto">
          <a:xfrm>
            <a:off x="9820656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3189920" name="Oval 160"/>
          <p:cNvSpPr/>
          <p:nvPr/>
        </p:nvSpPr>
        <p:spPr bwMode="auto">
          <a:xfrm>
            <a:off x="9820656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8115789" name="Oval 161"/>
          <p:cNvSpPr/>
          <p:nvPr/>
        </p:nvSpPr>
        <p:spPr bwMode="auto">
          <a:xfrm>
            <a:off x="9820656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9176629" name="Oval 162"/>
          <p:cNvSpPr/>
          <p:nvPr/>
        </p:nvSpPr>
        <p:spPr bwMode="auto">
          <a:xfrm>
            <a:off x="10113264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541506" name="Oval 163"/>
          <p:cNvSpPr/>
          <p:nvPr/>
        </p:nvSpPr>
        <p:spPr bwMode="auto">
          <a:xfrm>
            <a:off x="10113264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149154" name="Oval 164"/>
          <p:cNvSpPr/>
          <p:nvPr/>
        </p:nvSpPr>
        <p:spPr bwMode="auto">
          <a:xfrm>
            <a:off x="10113264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3467530" name="Oval 165"/>
          <p:cNvSpPr/>
          <p:nvPr/>
        </p:nvSpPr>
        <p:spPr bwMode="auto">
          <a:xfrm>
            <a:off x="10113264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9831096" name="Oval 166"/>
          <p:cNvSpPr/>
          <p:nvPr/>
        </p:nvSpPr>
        <p:spPr bwMode="auto">
          <a:xfrm>
            <a:off x="10113264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7120049" name="Oval 167"/>
          <p:cNvSpPr/>
          <p:nvPr/>
        </p:nvSpPr>
        <p:spPr bwMode="auto">
          <a:xfrm>
            <a:off x="10113264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429108" name="Oval 168"/>
          <p:cNvSpPr/>
          <p:nvPr/>
        </p:nvSpPr>
        <p:spPr bwMode="auto">
          <a:xfrm>
            <a:off x="10113264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1452095" name="Oval 169"/>
          <p:cNvSpPr/>
          <p:nvPr/>
        </p:nvSpPr>
        <p:spPr bwMode="auto">
          <a:xfrm>
            <a:off x="10113264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0463996" name="Oval 170"/>
          <p:cNvSpPr/>
          <p:nvPr/>
        </p:nvSpPr>
        <p:spPr bwMode="auto">
          <a:xfrm>
            <a:off x="10113264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0040513" name="Oval 171"/>
          <p:cNvSpPr/>
          <p:nvPr/>
        </p:nvSpPr>
        <p:spPr bwMode="auto">
          <a:xfrm>
            <a:off x="10113264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9870955" name="Oval 172"/>
          <p:cNvSpPr/>
          <p:nvPr/>
        </p:nvSpPr>
        <p:spPr bwMode="auto">
          <a:xfrm>
            <a:off x="10113264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4016216" name="Oval 173"/>
          <p:cNvSpPr/>
          <p:nvPr/>
        </p:nvSpPr>
        <p:spPr bwMode="auto">
          <a:xfrm>
            <a:off x="10113264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8296796" name="Oval 174"/>
          <p:cNvSpPr/>
          <p:nvPr/>
        </p:nvSpPr>
        <p:spPr bwMode="auto">
          <a:xfrm>
            <a:off x="10113264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7044247" name="Oval 175"/>
          <p:cNvSpPr/>
          <p:nvPr/>
        </p:nvSpPr>
        <p:spPr bwMode="auto">
          <a:xfrm>
            <a:off x="10113264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6864966" name="Oval 176"/>
          <p:cNvSpPr/>
          <p:nvPr/>
        </p:nvSpPr>
        <p:spPr bwMode="auto">
          <a:xfrm>
            <a:off x="10113264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006170" name="Oval 177"/>
          <p:cNvSpPr/>
          <p:nvPr/>
        </p:nvSpPr>
        <p:spPr bwMode="auto">
          <a:xfrm>
            <a:off x="10113264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4060191" name="Oval 178"/>
          <p:cNvSpPr/>
          <p:nvPr/>
        </p:nvSpPr>
        <p:spPr bwMode="auto">
          <a:xfrm>
            <a:off x="10113264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5535230" name="Oval 179"/>
          <p:cNvSpPr/>
          <p:nvPr/>
        </p:nvSpPr>
        <p:spPr bwMode="auto">
          <a:xfrm>
            <a:off x="10113264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002765" name="Oval 180"/>
          <p:cNvSpPr/>
          <p:nvPr/>
        </p:nvSpPr>
        <p:spPr bwMode="auto">
          <a:xfrm>
            <a:off x="10113264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6645488" name="Oval 181"/>
          <p:cNvSpPr/>
          <p:nvPr/>
        </p:nvSpPr>
        <p:spPr bwMode="auto">
          <a:xfrm>
            <a:off x="10113264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6827732" name="Oval 182"/>
          <p:cNvSpPr/>
          <p:nvPr/>
        </p:nvSpPr>
        <p:spPr bwMode="auto">
          <a:xfrm>
            <a:off x="10405872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1066889" name="Oval 183"/>
          <p:cNvSpPr/>
          <p:nvPr/>
        </p:nvSpPr>
        <p:spPr bwMode="auto">
          <a:xfrm>
            <a:off x="10405872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197641" name="Oval 184"/>
          <p:cNvSpPr/>
          <p:nvPr/>
        </p:nvSpPr>
        <p:spPr bwMode="auto">
          <a:xfrm>
            <a:off x="10405872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4213507" name="Oval 185"/>
          <p:cNvSpPr/>
          <p:nvPr/>
        </p:nvSpPr>
        <p:spPr bwMode="auto">
          <a:xfrm>
            <a:off x="10405872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3211661" name="Oval 186"/>
          <p:cNvSpPr/>
          <p:nvPr/>
        </p:nvSpPr>
        <p:spPr bwMode="auto">
          <a:xfrm>
            <a:off x="10405872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7088816" name="Oval 187"/>
          <p:cNvSpPr/>
          <p:nvPr/>
        </p:nvSpPr>
        <p:spPr bwMode="auto">
          <a:xfrm>
            <a:off x="10405872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6802508" name="Oval 188"/>
          <p:cNvSpPr/>
          <p:nvPr/>
        </p:nvSpPr>
        <p:spPr bwMode="auto">
          <a:xfrm>
            <a:off x="10405872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7393626" name="Oval 189"/>
          <p:cNvSpPr/>
          <p:nvPr/>
        </p:nvSpPr>
        <p:spPr bwMode="auto">
          <a:xfrm>
            <a:off x="10405872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4236728" name="Oval 190"/>
          <p:cNvSpPr/>
          <p:nvPr/>
        </p:nvSpPr>
        <p:spPr bwMode="auto">
          <a:xfrm>
            <a:off x="10405872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6558925" name="Oval 191"/>
          <p:cNvSpPr/>
          <p:nvPr/>
        </p:nvSpPr>
        <p:spPr bwMode="auto">
          <a:xfrm>
            <a:off x="10405872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9491568" name="Oval 192"/>
          <p:cNvSpPr/>
          <p:nvPr/>
        </p:nvSpPr>
        <p:spPr bwMode="auto">
          <a:xfrm>
            <a:off x="10405872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639412" name="Oval 193"/>
          <p:cNvSpPr/>
          <p:nvPr/>
        </p:nvSpPr>
        <p:spPr bwMode="auto">
          <a:xfrm>
            <a:off x="10405872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787233" name="Oval 194"/>
          <p:cNvSpPr/>
          <p:nvPr/>
        </p:nvSpPr>
        <p:spPr bwMode="auto">
          <a:xfrm>
            <a:off x="10405872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4537043" name="Oval 195"/>
          <p:cNvSpPr/>
          <p:nvPr/>
        </p:nvSpPr>
        <p:spPr bwMode="auto">
          <a:xfrm>
            <a:off x="10405872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0101178" name="Oval 196"/>
          <p:cNvSpPr/>
          <p:nvPr/>
        </p:nvSpPr>
        <p:spPr bwMode="auto">
          <a:xfrm>
            <a:off x="10405872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1366793" name="Oval 197"/>
          <p:cNvSpPr/>
          <p:nvPr/>
        </p:nvSpPr>
        <p:spPr bwMode="auto">
          <a:xfrm>
            <a:off x="10405872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6900418" name="Oval 198"/>
          <p:cNvSpPr/>
          <p:nvPr/>
        </p:nvSpPr>
        <p:spPr bwMode="auto">
          <a:xfrm>
            <a:off x="10405872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7876373" name="Oval 199"/>
          <p:cNvSpPr/>
          <p:nvPr/>
        </p:nvSpPr>
        <p:spPr bwMode="auto">
          <a:xfrm>
            <a:off x="10405872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105142" name="Oval 200"/>
          <p:cNvSpPr/>
          <p:nvPr/>
        </p:nvSpPr>
        <p:spPr bwMode="auto">
          <a:xfrm>
            <a:off x="10405872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9663931" name="Oval 201"/>
          <p:cNvSpPr/>
          <p:nvPr/>
        </p:nvSpPr>
        <p:spPr bwMode="auto">
          <a:xfrm>
            <a:off x="10405872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4887791" name="Oval 20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9613343" name="Oval 203"/>
          <p:cNvSpPr/>
          <p:nvPr/>
        </p:nvSpPr>
        <p:spPr bwMode="auto">
          <a:xfrm>
            <a:off x="1069848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862915" name="Oval 204"/>
          <p:cNvSpPr/>
          <p:nvPr/>
        </p:nvSpPr>
        <p:spPr bwMode="auto">
          <a:xfrm>
            <a:off x="1069848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1239102" name="Oval 205"/>
          <p:cNvSpPr/>
          <p:nvPr/>
        </p:nvSpPr>
        <p:spPr bwMode="auto">
          <a:xfrm>
            <a:off x="1069848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5130172" name="Oval 206"/>
          <p:cNvSpPr/>
          <p:nvPr/>
        </p:nvSpPr>
        <p:spPr bwMode="auto">
          <a:xfrm>
            <a:off x="1069848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184884" name="Oval 207"/>
          <p:cNvSpPr/>
          <p:nvPr/>
        </p:nvSpPr>
        <p:spPr bwMode="auto">
          <a:xfrm>
            <a:off x="1069848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3751966" name="Oval 208"/>
          <p:cNvSpPr/>
          <p:nvPr/>
        </p:nvSpPr>
        <p:spPr bwMode="auto">
          <a:xfrm>
            <a:off x="1069848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8933550" name="Oval 209"/>
          <p:cNvSpPr/>
          <p:nvPr/>
        </p:nvSpPr>
        <p:spPr bwMode="auto">
          <a:xfrm>
            <a:off x="1069848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5461231" name="Oval 210"/>
          <p:cNvSpPr/>
          <p:nvPr/>
        </p:nvSpPr>
        <p:spPr bwMode="auto">
          <a:xfrm>
            <a:off x="1069848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8660986" name="Oval 211"/>
          <p:cNvSpPr/>
          <p:nvPr/>
        </p:nvSpPr>
        <p:spPr bwMode="auto">
          <a:xfrm>
            <a:off x="1069848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7491238" name="Oval 212"/>
          <p:cNvSpPr/>
          <p:nvPr/>
        </p:nvSpPr>
        <p:spPr bwMode="auto">
          <a:xfrm>
            <a:off x="1069848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9090205" name="Oval 213"/>
          <p:cNvSpPr/>
          <p:nvPr/>
        </p:nvSpPr>
        <p:spPr bwMode="auto">
          <a:xfrm>
            <a:off x="1069848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0664807" name="Oval 214"/>
          <p:cNvSpPr/>
          <p:nvPr/>
        </p:nvSpPr>
        <p:spPr bwMode="auto">
          <a:xfrm>
            <a:off x="1069848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3324751" name="Oval 215"/>
          <p:cNvSpPr/>
          <p:nvPr/>
        </p:nvSpPr>
        <p:spPr bwMode="auto">
          <a:xfrm>
            <a:off x="1069848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5943541" name="Oval 216"/>
          <p:cNvSpPr/>
          <p:nvPr/>
        </p:nvSpPr>
        <p:spPr bwMode="auto">
          <a:xfrm>
            <a:off x="1069848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5831450" name="Oval 217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8090279" name="Oval 218"/>
          <p:cNvSpPr/>
          <p:nvPr/>
        </p:nvSpPr>
        <p:spPr bwMode="auto">
          <a:xfrm>
            <a:off x="1069848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5226861" name="Oval 219"/>
          <p:cNvSpPr/>
          <p:nvPr/>
        </p:nvSpPr>
        <p:spPr bwMode="auto">
          <a:xfrm>
            <a:off x="1069848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8499717" name="Oval 220"/>
          <p:cNvSpPr/>
          <p:nvPr/>
        </p:nvSpPr>
        <p:spPr bwMode="auto">
          <a:xfrm>
            <a:off x="1069848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4443545" name="Oval 221"/>
          <p:cNvSpPr/>
          <p:nvPr/>
        </p:nvSpPr>
        <p:spPr bwMode="auto">
          <a:xfrm>
            <a:off x="1069848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2945676" name="Oval 222"/>
          <p:cNvSpPr/>
          <p:nvPr/>
        </p:nvSpPr>
        <p:spPr bwMode="auto">
          <a:xfrm>
            <a:off x="1099108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9313671" name="Oval 223"/>
          <p:cNvSpPr/>
          <p:nvPr/>
        </p:nvSpPr>
        <p:spPr bwMode="auto">
          <a:xfrm>
            <a:off x="1099108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0783941" name="Oval 224"/>
          <p:cNvSpPr/>
          <p:nvPr/>
        </p:nvSpPr>
        <p:spPr bwMode="auto">
          <a:xfrm>
            <a:off x="1099108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3828745" name="Oval 225"/>
          <p:cNvSpPr/>
          <p:nvPr/>
        </p:nvSpPr>
        <p:spPr bwMode="auto">
          <a:xfrm>
            <a:off x="1099108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2475457" name="Oval 226"/>
          <p:cNvSpPr/>
          <p:nvPr/>
        </p:nvSpPr>
        <p:spPr bwMode="auto">
          <a:xfrm>
            <a:off x="1099108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2482476" name="Oval 227"/>
          <p:cNvSpPr/>
          <p:nvPr/>
        </p:nvSpPr>
        <p:spPr bwMode="auto">
          <a:xfrm>
            <a:off x="1099108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3238353" name="Oval 228"/>
          <p:cNvSpPr/>
          <p:nvPr/>
        </p:nvSpPr>
        <p:spPr bwMode="auto">
          <a:xfrm>
            <a:off x="1099108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9304857" name="Oval 229"/>
          <p:cNvSpPr/>
          <p:nvPr/>
        </p:nvSpPr>
        <p:spPr bwMode="auto">
          <a:xfrm>
            <a:off x="1099108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8185542" name="Oval 230"/>
          <p:cNvSpPr/>
          <p:nvPr/>
        </p:nvSpPr>
        <p:spPr bwMode="auto">
          <a:xfrm>
            <a:off x="1099108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9534441" name="Oval 231"/>
          <p:cNvSpPr/>
          <p:nvPr/>
        </p:nvSpPr>
        <p:spPr bwMode="auto">
          <a:xfrm>
            <a:off x="1099108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7482298" name="Oval 232"/>
          <p:cNvSpPr/>
          <p:nvPr/>
        </p:nvSpPr>
        <p:spPr bwMode="auto">
          <a:xfrm>
            <a:off x="1099108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605280" name="Oval 233"/>
          <p:cNvSpPr/>
          <p:nvPr/>
        </p:nvSpPr>
        <p:spPr bwMode="auto">
          <a:xfrm>
            <a:off x="1099108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134087" name="Oval 234"/>
          <p:cNvSpPr/>
          <p:nvPr/>
        </p:nvSpPr>
        <p:spPr bwMode="auto">
          <a:xfrm>
            <a:off x="1099108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522054" name="Oval 235"/>
          <p:cNvSpPr/>
          <p:nvPr/>
        </p:nvSpPr>
        <p:spPr bwMode="auto">
          <a:xfrm>
            <a:off x="1099108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9991010" name="Oval 236"/>
          <p:cNvSpPr/>
          <p:nvPr/>
        </p:nvSpPr>
        <p:spPr bwMode="auto">
          <a:xfrm>
            <a:off x="1099108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4460702" name="Oval 237"/>
          <p:cNvSpPr/>
          <p:nvPr/>
        </p:nvSpPr>
        <p:spPr bwMode="auto">
          <a:xfrm>
            <a:off x="1099108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3235473" name="Oval 238"/>
          <p:cNvSpPr/>
          <p:nvPr/>
        </p:nvSpPr>
        <p:spPr bwMode="auto">
          <a:xfrm>
            <a:off x="1099108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268855" name="Oval 239"/>
          <p:cNvSpPr/>
          <p:nvPr/>
        </p:nvSpPr>
        <p:spPr bwMode="auto">
          <a:xfrm>
            <a:off x="1099108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502341" name="Oval 240"/>
          <p:cNvSpPr/>
          <p:nvPr/>
        </p:nvSpPr>
        <p:spPr bwMode="auto">
          <a:xfrm>
            <a:off x="1099108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7196587" name="Oval 241"/>
          <p:cNvSpPr/>
          <p:nvPr/>
        </p:nvSpPr>
        <p:spPr bwMode="auto">
          <a:xfrm>
            <a:off x="1099108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0431260" name="TextBox 242"/>
          <p:cNvSpPr txBox="1"/>
          <p:nvPr/>
        </p:nvSpPr>
        <p:spPr bwMode="auto">
          <a:xfrm flipH="0" flipV="0">
            <a:off x="7680239" y="1760220"/>
            <a:ext cx="3658320" cy="3238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85000"/>
              </a:lnSpc>
              <a:defRPr/>
            </a:pPr>
            <a:r>
              <a:rPr sz="25000" b="1">
                <a:solidFill>
                  <a:srgbClr val="1C224A"/>
                </a:solidFill>
                <a:latin typeface="Montserrat"/>
              </a:rPr>
              <a:t>03</a:t>
            </a:r>
            <a:endParaRPr sz="100"/>
          </a:p>
        </p:txBody>
      </p:sp>
      <p:sp>
        <p:nvSpPr>
          <p:cNvPr id="1710454610" name="Rounded Rectangle 243"/>
          <p:cNvSpPr/>
          <p:nvPr/>
        </p:nvSpPr>
        <p:spPr bwMode="auto">
          <a:xfrm>
            <a:off x="822960" y="2286000"/>
            <a:ext cx="137160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8506996" name="TextBox 244"/>
          <p:cNvSpPr txBox="1"/>
          <p:nvPr/>
        </p:nvSpPr>
        <p:spPr bwMode="auto">
          <a:xfrm>
            <a:off x="822960" y="2363723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SECTION 03</a:t>
            </a:r>
            <a:endParaRPr/>
          </a:p>
        </p:txBody>
      </p:sp>
      <p:sp>
        <p:nvSpPr>
          <p:cNvPr id="1093299115" name="TextBox 245"/>
          <p:cNvSpPr txBox="1"/>
          <p:nvPr/>
        </p:nvSpPr>
        <p:spPr bwMode="auto">
          <a:xfrm>
            <a:off x="822960" y="274320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6800" b="1">
                <a:solidFill>
                  <a:srgbClr val="F5F7FA"/>
                </a:solidFill>
                <a:latin typeface="Montserrat"/>
              </a:rPr>
              <a:t>Exploration.</a:t>
            </a:r>
            <a:endParaRPr/>
          </a:p>
        </p:txBody>
      </p:sp>
      <p:sp>
        <p:nvSpPr>
          <p:cNvPr id="540398257" name="Rectangle 246"/>
          <p:cNvSpPr/>
          <p:nvPr/>
        </p:nvSpPr>
        <p:spPr bwMode="auto">
          <a:xfrm>
            <a:off x="868680" y="4572000"/>
            <a:ext cx="1188720" cy="54864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7525064" name="TextBox 247"/>
          <p:cNvSpPr txBox="1"/>
          <p:nvPr/>
        </p:nvSpPr>
        <p:spPr bwMode="auto">
          <a:xfrm>
            <a:off x="822960" y="48006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2000" b="0">
                <a:solidFill>
                  <a:srgbClr val="C4CBE0"/>
                </a:solidFill>
                <a:latin typeface="Inter"/>
              </a:rPr>
              <a:t>Première lecture : la cible est rare, et c'est tout l'enjeu.</a:t>
            </a:r>
            <a:endParaRPr/>
          </a:p>
        </p:txBody>
      </p:sp>
      <p:sp>
        <p:nvSpPr>
          <p:cNvPr id="816809053" name="Rectangle 248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4687123" name="TextBox 249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222567197" name="TextBox 250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08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l"/>
      </p:transition>
    </mc:Choice>
    <mc:Fallback>
      <p:transition spd="med" advClick="1">
        <p:wipe dir="l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13488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6610317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7495878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5417734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8246900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832578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6125050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5083580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5465516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9620219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3548656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843732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7465275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6809844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8834335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9351565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3375226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6801514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615030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1426137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8174983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0157360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0972974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9126188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9717075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2404041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1413369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4972840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3486240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5217526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4856460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7147811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812685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3171389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2598803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2370013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6971321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0102107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5097768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4972511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8646342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2075288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3903571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7626629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5587670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8833121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217237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4878662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8572002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4226477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6841317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9030437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8762739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1405896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613457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9533656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2122830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9008701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1620930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7518649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209424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4982096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7805745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2733268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5230955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7422991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761699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0309455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1061815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0473430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5322758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1204037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4261300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2294899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627669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8769648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31752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7141600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5455644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2840860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7882715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0224061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0275924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8541355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7631592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0838817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8327532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469306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602800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3307334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2537548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2233438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6404377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5740528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4145416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2703792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6350444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9438923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0336201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2864516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8143466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4752462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6179109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0738774" name="Rectangle 104"/>
          <p:cNvSpPr/>
          <p:nvPr/>
        </p:nvSpPr>
        <p:spPr bwMode="auto">
          <a:xfrm>
            <a:off x="777240" y="457200"/>
            <a:ext cx="4545874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758352" name="TextBox 105"/>
          <p:cNvSpPr txBox="1"/>
          <p:nvPr/>
        </p:nvSpPr>
        <p:spPr bwMode="auto"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CIBLE</a:t>
            </a:r>
            <a:endParaRPr/>
          </a:p>
        </p:txBody>
      </p:sp>
      <p:sp>
        <p:nvSpPr>
          <p:cNvPr id="1664590238" name="TextBox 106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3800" b="1">
                <a:solidFill>
                  <a:srgbClr val="F5F7FA"/>
                </a:solidFill>
                <a:latin typeface="Montserrat"/>
              </a:rPr>
              <a:t>Une décision sur huit est un « oui ».</a:t>
            </a:r>
            <a:endParaRPr/>
          </a:p>
        </p:txBody>
      </p:sp>
      <p:pic>
        <p:nvPicPr>
          <p:cNvPr id="617651350" name="Picture 107" descr="v3_donu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2377440"/>
            <a:ext cx="4023360" cy="4023360"/>
          </a:xfrm>
          <a:prstGeom prst="rect">
            <a:avLst/>
          </a:prstGeom>
        </p:spPr>
      </p:pic>
      <p:sp>
        <p:nvSpPr>
          <p:cNvPr id="1937975404" name="TextBox 108"/>
          <p:cNvSpPr txBox="1"/>
          <p:nvPr/>
        </p:nvSpPr>
        <p:spPr bwMode="auto">
          <a:xfrm>
            <a:off x="6766560" y="24688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RÉPARTITION</a:t>
            </a:r>
            <a:endParaRPr/>
          </a:p>
        </p:txBody>
      </p:sp>
      <p:sp>
        <p:nvSpPr>
          <p:cNvPr id="533732772" name="Rounded Rectangle 109"/>
          <p:cNvSpPr/>
          <p:nvPr/>
        </p:nvSpPr>
        <p:spPr bwMode="auto">
          <a:xfrm>
            <a:off x="6766560" y="2880360"/>
            <a:ext cx="4846320" cy="141732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2192426" name="Rectangle 110"/>
          <p:cNvSpPr/>
          <p:nvPr/>
        </p:nvSpPr>
        <p:spPr bwMode="auto">
          <a:xfrm>
            <a:off x="6766560" y="2880360"/>
            <a:ext cx="54864" cy="141732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0224603" name="TextBox 111"/>
          <p:cNvSpPr txBox="1"/>
          <p:nvPr/>
        </p:nvSpPr>
        <p:spPr bwMode="auto">
          <a:xfrm>
            <a:off x="6949440" y="29718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4400" b="1">
                <a:solidFill>
                  <a:srgbClr val="00E5B0"/>
                </a:solidFill>
                <a:latin typeface="Montserrat"/>
              </a:rPr>
              <a:t>5 289</a:t>
            </a:r>
            <a:endParaRPr/>
          </a:p>
        </p:txBody>
      </p:sp>
      <p:sp>
        <p:nvSpPr>
          <p:cNvPr id="639265398" name="TextBox 112"/>
          <p:cNvSpPr txBox="1"/>
          <p:nvPr/>
        </p:nvSpPr>
        <p:spPr bwMode="auto">
          <a:xfrm>
            <a:off x="6949440" y="3703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0">
                <a:solidFill>
                  <a:srgbClr val="F5F7FA"/>
                </a:solidFill>
                <a:latin typeface="Inter"/>
              </a:rPr>
              <a:t>souscriptions  (11.7 %)</a:t>
            </a:r>
            <a:endParaRPr/>
          </a:p>
        </p:txBody>
      </p:sp>
      <p:sp>
        <p:nvSpPr>
          <p:cNvPr id="1361544292" name="Rounded Rectangle 113"/>
          <p:cNvSpPr/>
          <p:nvPr/>
        </p:nvSpPr>
        <p:spPr bwMode="auto">
          <a:xfrm>
            <a:off x="6766560" y="4434840"/>
            <a:ext cx="4846320" cy="141732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1337778" name="Rectangle 114"/>
          <p:cNvSpPr/>
          <p:nvPr/>
        </p:nvSpPr>
        <p:spPr bwMode="auto">
          <a:xfrm>
            <a:off x="6766560" y="4434840"/>
            <a:ext cx="54864" cy="141732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8264498" name="TextBox 115"/>
          <p:cNvSpPr txBox="1"/>
          <p:nvPr/>
        </p:nvSpPr>
        <p:spPr bwMode="auto">
          <a:xfrm>
            <a:off x="6949440" y="45262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4400" b="1">
                <a:solidFill>
                  <a:srgbClr val="FF5C7A"/>
                </a:solidFill>
                <a:latin typeface="Montserrat"/>
              </a:rPr>
              <a:t>39 922</a:t>
            </a:r>
            <a:endParaRPr/>
          </a:p>
        </p:txBody>
      </p:sp>
      <p:sp>
        <p:nvSpPr>
          <p:cNvPr id="598732457" name="TextBox 116"/>
          <p:cNvSpPr txBox="1"/>
          <p:nvPr/>
        </p:nvSpPr>
        <p:spPr bwMode="auto">
          <a:xfrm>
            <a:off x="6949440" y="5257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0">
                <a:solidFill>
                  <a:srgbClr val="F5F7FA"/>
                </a:solidFill>
                <a:latin typeface="Inter"/>
              </a:rPr>
              <a:t>refus  (88.3 %)</a:t>
            </a:r>
            <a:endParaRPr/>
          </a:p>
        </p:txBody>
      </p:sp>
      <p:sp>
        <p:nvSpPr>
          <p:cNvPr id="1314826948" name="TextBox 117"/>
          <p:cNvSpPr txBox="1"/>
          <p:nvPr/>
        </p:nvSpPr>
        <p:spPr bwMode="auto">
          <a:xfrm>
            <a:off x="6766560" y="5989320"/>
            <a:ext cx="5488559" cy="2457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chemeClr val="bg1"/>
                </a:solidFill>
                <a:latin typeface="Inter"/>
              </a:rPr>
              <a:t>→ </a:t>
            </a:r>
            <a:r>
              <a:rPr sz="1400" b="1">
                <a:solidFill>
                  <a:schemeClr val="bg1"/>
                </a:solidFill>
                <a:latin typeface="Inter"/>
              </a:rPr>
              <a:t>on raisonne en taux conditionnel, pas en volume brut.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1721387641" name="Rectangle 118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504847" name="TextBox 119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99358882" name="TextBox 120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09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3373277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04" dur="500" fill="hold"/>
                                              <p:tgtEl>
                                                <p:spTgt spid="533732772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6154429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14" dur="500" fill="hold"/>
                                              <p:tgtEl>
                                                <p:spTgt spid="1361544292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70846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7982729" name="Oval 2"/>
          <p:cNvSpPr/>
          <p:nvPr/>
        </p:nvSpPr>
        <p:spPr bwMode="auto">
          <a:xfrm>
            <a:off x="548640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221689" name="Oval 3"/>
          <p:cNvSpPr/>
          <p:nvPr/>
        </p:nvSpPr>
        <p:spPr bwMode="auto">
          <a:xfrm>
            <a:off x="548640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279051" name="Oval 4"/>
          <p:cNvSpPr/>
          <p:nvPr/>
        </p:nvSpPr>
        <p:spPr bwMode="auto">
          <a:xfrm>
            <a:off x="548640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2783875" name="Oval 5"/>
          <p:cNvSpPr/>
          <p:nvPr/>
        </p:nvSpPr>
        <p:spPr bwMode="auto">
          <a:xfrm>
            <a:off x="548640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1365827" name="Oval 6"/>
          <p:cNvSpPr/>
          <p:nvPr/>
        </p:nvSpPr>
        <p:spPr bwMode="auto">
          <a:xfrm>
            <a:off x="548640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4865430" name="Oval 7"/>
          <p:cNvSpPr/>
          <p:nvPr/>
        </p:nvSpPr>
        <p:spPr bwMode="auto">
          <a:xfrm>
            <a:off x="548640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8857703" name="Oval 8"/>
          <p:cNvSpPr/>
          <p:nvPr/>
        </p:nvSpPr>
        <p:spPr bwMode="auto">
          <a:xfrm>
            <a:off x="548640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7397651" name="Oval 9"/>
          <p:cNvSpPr/>
          <p:nvPr/>
        </p:nvSpPr>
        <p:spPr bwMode="auto">
          <a:xfrm>
            <a:off x="548640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4164987" name="Oval 10"/>
          <p:cNvSpPr/>
          <p:nvPr/>
        </p:nvSpPr>
        <p:spPr bwMode="auto">
          <a:xfrm>
            <a:off x="548640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1138130" name="Oval 11"/>
          <p:cNvSpPr/>
          <p:nvPr/>
        </p:nvSpPr>
        <p:spPr bwMode="auto">
          <a:xfrm>
            <a:off x="548640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2306915" name="Oval 12"/>
          <p:cNvSpPr/>
          <p:nvPr/>
        </p:nvSpPr>
        <p:spPr bwMode="auto">
          <a:xfrm>
            <a:off x="548640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295004" name="Oval 13"/>
          <p:cNvSpPr/>
          <p:nvPr/>
        </p:nvSpPr>
        <p:spPr bwMode="auto">
          <a:xfrm>
            <a:off x="548640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9240728" name="Oval 14"/>
          <p:cNvSpPr/>
          <p:nvPr/>
        </p:nvSpPr>
        <p:spPr bwMode="auto">
          <a:xfrm>
            <a:off x="548640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8248764" name="Oval 15"/>
          <p:cNvSpPr/>
          <p:nvPr/>
        </p:nvSpPr>
        <p:spPr bwMode="auto">
          <a:xfrm>
            <a:off x="548640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6518074" name="Oval 16"/>
          <p:cNvSpPr/>
          <p:nvPr/>
        </p:nvSpPr>
        <p:spPr bwMode="auto">
          <a:xfrm>
            <a:off x="548640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4025804" name="Oval 17"/>
          <p:cNvSpPr/>
          <p:nvPr/>
        </p:nvSpPr>
        <p:spPr bwMode="auto">
          <a:xfrm>
            <a:off x="548640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8916998" name="Oval 18"/>
          <p:cNvSpPr/>
          <p:nvPr/>
        </p:nvSpPr>
        <p:spPr bwMode="auto">
          <a:xfrm>
            <a:off x="548640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4274202" name="Oval 19"/>
          <p:cNvSpPr/>
          <p:nvPr/>
        </p:nvSpPr>
        <p:spPr bwMode="auto">
          <a:xfrm>
            <a:off x="548640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0756302" name="Oval 20"/>
          <p:cNvSpPr/>
          <p:nvPr/>
        </p:nvSpPr>
        <p:spPr bwMode="auto">
          <a:xfrm>
            <a:off x="548640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3564045" name="Oval 21"/>
          <p:cNvSpPr/>
          <p:nvPr/>
        </p:nvSpPr>
        <p:spPr bwMode="auto">
          <a:xfrm>
            <a:off x="548640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2266826" name="Oval 22"/>
          <p:cNvSpPr/>
          <p:nvPr/>
        </p:nvSpPr>
        <p:spPr bwMode="auto">
          <a:xfrm>
            <a:off x="841248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316237" name="Oval 23"/>
          <p:cNvSpPr/>
          <p:nvPr/>
        </p:nvSpPr>
        <p:spPr bwMode="auto">
          <a:xfrm>
            <a:off x="841248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752059" name="Oval 24"/>
          <p:cNvSpPr/>
          <p:nvPr/>
        </p:nvSpPr>
        <p:spPr bwMode="auto">
          <a:xfrm>
            <a:off x="841248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7262198" name="Oval 25"/>
          <p:cNvSpPr/>
          <p:nvPr/>
        </p:nvSpPr>
        <p:spPr bwMode="auto">
          <a:xfrm>
            <a:off x="841248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3400432" name="Oval 26"/>
          <p:cNvSpPr/>
          <p:nvPr/>
        </p:nvSpPr>
        <p:spPr bwMode="auto">
          <a:xfrm>
            <a:off x="841248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232141" name="Oval 27"/>
          <p:cNvSpPr/>
          <p:nvPr/>
        </p:nvSpPr>
        <p:spPr bwMode="auto">
          <a:xfrm>
            <a:off x="841248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373571" name="Oval 28"/>
          <p:cNvSpPr/>
          <p:nvPr/>
        </p:nvSpPr>
        <p:spPr bwMode="auto">
          <a:xfrm>
            <a:off x="841248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5698750" name="Oval 29"/>
          <p:cNvSpPr/>
          <p:nvPr/>
        </p:nvSpPr>
        <p:spPr bwMode="auto">
          <a:xfrm>
            <a:off x="841248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8310652" name="Oval 30"/>
          <p:cNvSpPr/>
          <p:nvPr/>
        </p:nvSpPr>
        <p:spPr bwMode="auto">
          <a:xfrm>
            <a:off x="841248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031207" name="Oval 31"/>
          <p:cNvSpPr/>
          <p:nvPr/>
        </p:nvSpPr>
        <p:spPr bwMode="auto">
          <a:xfrm>
            <a:off x="841248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5650407" name="Oval 32"/>
          <p:cNvSpPr/>
          <p:nvPr/>
        </p:nvSpPr>
        <p:spPr bwMode="auto">
          <a:xfrm>
            <a:off x="841248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841919" name="Oval 33"/>
          <p:cNvSpPr/>
          <p:nvPr/>
        </p:nvSpPr>
        <p:spPr bwMode="auto">
          <a:xfrm>
            <a:off x="841248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306208" name="Oval 34"/>
          <p:cNvSpPr/>
          <p:nvPr/>
        </p:nvSpPr>
        <p:spPr bwMode="auto">
          <a:xfrm>
            <a:off x="841248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0176976" name="Oval 35"/>
          <p:cNvSpPr/>
          <p:nvPr/>
        </p:nvSpPr>
        <p:spPr bwMode="auto">
          <a:xfrm>
            <a:off x="841248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7842000" name="Oval 36"/>
          <p:cNvSpPr/>
          <p:nvPr/>
        </p:nvSpPr>
        <p:spPr bwMode="auto">
          <a:xfrm>
            <a:off x="841248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7668506" name="Oval 37"/>
          <p:cNvSpPr/>
          <p:nvPr/>
        </p:nvSpPr>
        <p:spPr bwMode="auto">
          <a:xfrm>
            <a:off x="841248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4655807" name="Oval 38"/>
          <p:cNvSpPr/>
          <p:nvPr/>
        </p:nvSpPr>
        <p:spPr bwMode="auto">
          <a:xfrm>
            <a:off x="841248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8698447" name="Oval 39"/>
          <p:cNvSpPr/>
          <p:nvPr/>
        </p:nvSpPr>
        <p:spPr bwMode="auto">
          <a:xfrm>
            <a:off x="841248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5937426" name="Oval 40"/>
          <p:cNvSpPr/>
          <p:nvPr/>
        </p:nvSpPr>
        <p:spPr bwMode="auto">
          <a:xfrm>
            <a:off x="841248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343271" name="Oval 41"/>
          <p:cNvSpPr/>
          <p:nvPr/>
        </p:nvSpPr>
        <p:spPr bwMode="auto">
          <a:xfrm>
            <a:off x="841248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5723460" name="Oval 42"/>
          <p:cNvSpPr/>
          <p:nvPr/>
        </p:nvSpPr>
        <p:spPr bwMode="auto">
          <a:xfrm>
            <a:off x="1133856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7825319" name="Oval 43"/>
          <p:cNvSpPr/>
          <p:nvPr/>
        </p:nvSpPr>
        <p:spPr bwMode="auto">
          <a:xfrm>
            <a:off x="1133856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8157552" name="Oval 44"/>
          <p:cNvSpPr/>
          <p:nvPr/>
        </p:nvSpPr>
        <p:spPr bwMode="auto">
          <a:xfrm>
            <a:off x="1133856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4731884" name="Oval 45"/>
          <p:cNvSpPr/>
          <p:nvPr/>
        </p:nvSpPr>
        <p:spPr bwMode="auto">
          <a:xfrm>
            <a:off x="1133856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4917797" name="Oval 46"/>
          <p:cNvSpPr/>
          <p:nvPr/>
        </p:nvSpPr>
        <p:spPr bwMode="auto">
          <a:xfrm>
            <a:off x="1133856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8180335" name="Oval 47"/>
          <p:cNvSpPr/>
          <p:nvPr/>
        </p:nvSpPr>
        <p:spPr bwMode="auto">
          <a:xfrm>
            <a:off x="1133856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9421045" name="Oval 48"/>
          <p:cNvSpPr/>
          <p:nvPr/>
        </p:nvSpPr>
        <p:spPr bwMode="auto">
          <a:xfrm>
            <a:off x="1133856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5773358" name="Oval 49"/>
          <p:cNvSpPr/>
          <p:nvPr/>
        </p:nvSpPr>
        <p:spPr bwMode="auto">
          <a:xfrm>
            <a:off x="1133856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3860636" name="Oval 50"/>
          <p:cNvSpPr/>
          <p:nvPr/>
        </p:nvSpPr>
        <p:spPr bwMode="auto">
          <a:xfrm>
            <a:off x="1133856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174622" name="Oval 51"/>
          <p:cNvSpPr/>
          <p:nvPr/>
        </p:nvSpPr>
        <p:spPr bwMode="auto">
          <a:xfrm>
            <a:off x="1133856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026975" name="Oval 52"/>
          <p:cNvSpPr/>
          <p:nvPr/>
        </p:nvSpPr>
        <p:spPr bwMode="auto">
          <a:xfrm>
            <a:off x="1133856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8471396" name="Oval 53"/>
          <p:cNvSpPr/>
          <p:nvPr/>
        </p:nvSpPr>
        <p:spPr bwMode="auto">
          <a:xfrm>
            <a:off x="1133856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2332493" name="Oval 54"/>
          <p:cNvSpPr/>
          <p:nvPr/>
        </p:nvSpPr>
        <p:spPr bwMode="auto">
          <a:xfrm>
            <a:off x="1133856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7649585" name="Oval 55"/>
          <p:cNvSpPr/>
          <p:nvPr/>
        </p:nvSpPr>
        <p:spPr bwMode="auto">
          <a:xfrm>
            <a:off x="1133856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3446542" name="Oval 56"/>
          <p:cNvSpPr/>
          <p:nvPr/>
        </p:nvSpPr>
        <p:spPr bwMode="auto">
          <a:xfrm>
            <a:off x="1133856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1329410" name="Oval 57"/>
          <p:cNvSpPr/>
          <p:nvPr/>
        </p:nvSpPr>
        <p:spPr bwMode="auto">
          <a:xfrm>
            <a:off x="1133856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9795206" name="Oval 58"/>
          <p:cNvSpPr/>
          <p:nvPr/>
        </p:nvSpPr>
        <p:spPr bwMode="auto">
          <a:xfrm>
            <a:off x="1133856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434164" name="Oval 59"/>
          <p:cNvSpPr/>
          <p:nvPr/>
        </p:nvSpPr>
        <p:spPr bwMode="auto">
          <a:xfrm>
            <a:off x="1133856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9879592" name="Oval 60"/>
          <p:cNvSpPr/>
          <p:nvPr/>
        </p:nvSpPr>
        <p:spPr bwMode="auto">
          <a:xfrm>
            <a:off x="1133856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7969947" name="Oval 61"/>
          <p:cNvSpPr/>
          <p:nvPr/>
        </p:nvSpPr>
        <p:spPr bwMode="auto">
          <a:xfrm>
            <a:off x="1133856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4319036" name="Oval 62"/>
          <p:cNvSpPr/>
          <p:nvPr/>
        </p:nvSpPr>
        <p:spPr bwMode="auto">
          <a:xfrm>
            <a:off x="1426464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2793807" name="Oval 63"/>
          <p:cNvSpPr/>
          <p:nvPr/>
        </p:nvSpPr>
        <p:spPr bwMode="auto">
          <a:xfrm>
            <a:off x="1426464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7773633" name="Oval 64"/>
          <p:cNvSpPr/>
          <p:nvPr/>
        </p:nvSpPr>
        <p:spPr bwMode="auto">
          <a:xfrm>
            <a:off x="1426464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2232367" name="Oval 65"/>
          <p:cNvSpPr/>
          <p:nvPr/>
        </p:nvSpPr>
        <p:spPr bwMode="auto">
          <a:xfrm>
            <a:off x="1426464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5568948" name="Oval 66"/>
          <p:cNvSpPr/>
          <p:nvPr/>
        </p:nvSpPr>
        <p:spPr bwMode="auto">
          <a:xfrm>
            <a:off x="1426464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8014079" name="Oval 67"/>
          <p:cNvSpPr/>
          <p:nvPr/>
        </p:nvSpPr>
        <p:spPr bwMode="auto">
          <a:xfrm>
            <a:off x="1426464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627808" name="Oval 68"/>
          <p:cNvSpPr/>
          <p:nvPr/>
        </p:nvSpPr>
        <p:spPr bwMode="auto">
          <a:xfrm>
            <a:off x="1426464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7394397" name="Oval 69"/>
          <p:cNvSpPr/>
          <p:nvPr/>
        </p:nvSpPr>
        <p:spPr bwMode="auto">
          <a:xfrm>
            <a:off x="1426464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5063172" name="Oval 70"/>
          <p:cNvSpPr/>
          <p:nvPr/>
        </p:nvSpPr>
        <p:spPr bwMode="auto">
          <a:xfrm>
            <a:off x="1426464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4664856" name="Oval 71"/>
          <p:cNvSpPr/>
          <p:nvPr/>
        </p:nvSpPr>
        <p:spPr bwMode="auto">
          <a:xfrm>
            <a:off x="1426464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0044293" name="Oval 72"/>
          <p:cNvSpPr/>
          <p:nvPr/>
        </p:nvSpPr>
        <p:spPr bwMode="auto">
          <a:xfrm>
            <a:off x="1426464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3857412" name="Oval 73"/>
          <p:cNvSpPr/>
          <p:nvPr/>
        </p:nvSpPr>
        <p:spPr bwMode="auto">
          <a:xfrm>
            <a:off x="1426464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3112993" name="Oval 74"/>
          <p:cNvSpPr/>
          <p:nvPr/>
        </p:nvSpPr>
        <p:spPr bwMode="auto">
          <a:xfrm>
            <a:off x="1426464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6166282" name="Oval 75"/>
          <p:cNvSpPr/>
          <p:nvPr/>
        </p:nvSpPr>
        <p:spPr bwMode="auto">
          <a:xfrm>
            <a:off x="1426464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5956667" name="Oval 76"/>
          <p:cNvSpPr/>
          <p:nvPr/>
        </p:nvSpPr>
        <p:spPr bwMode="auto">
          <a:xfrm>
            <a:off x="1426464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4347978" name="Oval 77"/>
          <p:cNvSpPr/>
          <p:nvPr/>
        </p:nvSpPr>
        <p:spPr bwMode="auto">
          <a:xfrm>
            <a:off x="1426464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8283250" name="Oval 78"/>
          <p:cNvSpPr/>
          <p:nvPr/>
        </p:nvSpPr>
        <p:spPr bwMode="auto">
          <a:xfrm>
            <a:off x="1426464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2634375" name="Oval 79"/>
          <p:cNvSpPr/>
          <p:nvPr/>
        </p:nvSpPr>
        <p:spPr bwMode="auto">
          <a:xfrm>
            <a:off x="1426464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5779357" name="Oval 80"/>
          <p:cNvSpPr/>
          <p:nvPr/>
        </p:nvSpPr>
        <p:spPr bwMode="auto">
          <a:xfrm>
            <a:off x="1426464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6865863" name="Oval 81"/>
          <p:cNvSpPr/>
          <p:nvPr/>
        </p:nvSpPr>
        <p:spPr bwMode="auto">
          <a:xfrm>
            <a:off x="1426464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6322160" name="Oval 82"/>
          <p:cNvSpPr/>
          <p:nvPr/>
        </p:nvSpPr>
        <p:spPr bwMode="auto">
          <a:xfrm>
            <a:off x="1719072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0888912" name="Oval 83"/>
          <p:cNvSpPr/>
          <p:nvPr/>
        </p:nvSpPr>
        <p:spPr bwMode="auto">
          <a:xfrm>
            <a:off x="1719072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584868" name="Oval 84"/>
          <p:cNvSpPr/>
          <p:nvPr/>
        </p:nvSpPr>
        <p:spPr bwMode="auto">
          <a:xfrm>
            <a:off x="1719072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132158" name="Oval 85"/>
          <p:cNvSpPr/>
          <p:nvPr/>
        </p:nvSpPr>
        <p:spPr bwMode="auto">
          <a:xfrm>
            <a:off x="1719072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8256751" name="Oval 86"/>
          <p:cNvSpPr/>
          <p:nvPr/>
        </p:nvSpPr>
        <p:spPr bwMode="auto">
          <a:xfrm>
            <a:off x="1719072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3019116" name="Oval 87"/>
          <p:cNvSpPr/>
          <p:nvPr/>
        </p:nvSpPr>
        <p:spPr bwMode="auto">
          <a:xfrm>
            <a:off x="1719072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2319190" name="Oval 88"/>
          <p:cNvSpPr/>
          <p:nvPr/>
        </p:nvSpPr>
        <p:spPr bwMode="auto">
          <a:xfrm>
            <a:off x="1719072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0099635" name="Oval 89"/>
          <p:cNvSpPr/>
          <p:nvPr/>
        </p:nvSpPr>
        <p:spPr bwMode="auto">
          <a:xfrm>
            <a:off x="1719072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8052578" name="Oval 90"/>
          <p:cNvSpPr/>
          <p:nvPr/>
        </p:nvSpPr>
        <p:spPr bwMode="auto">
          <a:xfrm>
            <a:off x="1719072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6127496" name="Oval 91"/>
          <p:cNvSpPr/>
          <p:nvPr/>
        </p:nvSpPr>
        <p:spPr bwMode="auto">
          <a:xfrm>
            <a:off x="1719072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2450150" name="Oval 92"/>
          <p:cNvSpPr/>
          <p:nvPr/>
        </p:nvSpPr>
        <p:spPr bwMode="auto">
          <a:xfrm>
            <a:off x="1719072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883668" name="Oval 93"/>
          <p:cNvSpPr/>
          <p:nvPr/>
        </p:nvSpPr>
        <p:spPr bwMode="auto">
          <a:xfrm>
            <a:off x="1719072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6499983" name="Oval 94"/>
          <p:cNvSpPr/>
          <p:nvPr/>
        </p:nvSpPr>
        <p:spPr bwMode="auto">
          <a:xfrm>
            <a:off x="1719072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1912238" name="Oval 95"/>
          <p:cNvSpPr/>
          <p:nvPr/>
        </p:nvSpPr>
        <p:spPr bwMode="auto">
          <a:xfrm>
            <a:off x="1719072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5487202" name="Oval 96"/>
          <p:cNvSpPr/>
          <p:nvPr/>
        </p:nvSpPr>
        <p:spPr bwMode="auto">
          <a:xfrm>
            <a:off x="1719072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8818012" name="Oval 97"/>
          <p:cNvSpPr/>
          <p:nvPr/>
        </p:nvSpPr>
        <p:spPr bwMode="auto">
          <a:xfrm>
            <a:off x="1719072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5194939" name="Oval 98"/>
          <p:cNvSpPr/>
          <p:nvPr/>
        </p:nvSpPr>
        <p:spPr bwMode="auto">
          <a:xfrm>
            <a:off x="1719072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2505333" name="Oval 99"/>
          <p:cNvSpPr/>
          <p:nvPr/>
        </p:nvSpPr>
        <p:spPr bwMode="auto">
          <a:xfrm>
            <a:off x="1719072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1427676" name="Oval 100"/>
          <p:cNvSpPr/>
          <p:nvPr/>
        </p:nvSpPr>
        <p:spPr bwMode="auto">
          <a:xfrm>
            <a:off x="1719072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802888" name="Oval 101"/>
          <p:cNvSpPr/>
          <p:nvPr/>
        </p:nvSpPr>
        <p:spPr bwMode="auto">
          <a:xfrm>
            <a:off x="1719072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6484439" name="Oval 102"/>
          <p:cNvSpPr/>
          <p:nvPr/>
        </p:nvSpPr>
        <p:spPr bwMode="auto">
          <a:xfrm>
            <a:off x="2011680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1578367" name="Oval 103"/>
          <p:cNvSpPr/>
          <p:nvPr/>
        </p:nvSpPr>
        <p:spPr bwMode="auto">
          <a:xfrm>
            <a:off x="2011680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6968625" name="Oval 104"/>
          <p:cNvSpPr/>
          <p:nvPr/>
        </p:nvSpPr>
        <p:spPr bwMode="auto">
          <a:xfrm>
            <a:off x="2011680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426528" name="Oval 105"/>
          <p:cNvSpPr/>
          <p:nvPr/>
        </p:nvSpPr>
        <p:spPr bwMode="auto">
          <a:xfrm>
            <a:off x="2011680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281703" name="Oval 106"/>
          <p:cNvSpPr/>
          <p:nvPr/>
        </p:nvSpPr>
        <p:spPr bwMode="auto">
          <a:xfrm>
            <a:off x="2011680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8354914" name="Oval 107"/>
          <p:cNvSpPr/>
          <p:nvPr/>
        </p:nvSpPr>
        <p:spPr bwMode="auto">
          <a:xfrm>
            <a:off x="2011680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7866481" name="Oval 108"/>
          <p:cNvSpPr/>
          <p:nvPr/>
        </p:nvSpPr>
        <p:spPr bwMode="auto">
          <a:xfrm>
            <a:off x="2011680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8864471" name="Oval 109"/>
          <p:cNvSpPr/>
          <p:nvPr/>
        </p:nvSpPr>
        <p:spPr bwMode="auto">
          <a:xfrm>
            <a:off x="2011680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0994983" name="Oval 110"/>
          <p:cNvSpPr/>
          <p:nvPr/>
        </p:nvSpPr>
        <p:spPr bwMode="auto">
          <a:xfrm>
            <a:off x="2011680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5740565" name="Oval 111"/>
          <p:cNvSpPr/>
          <p:nvPr/>
        </p:nvSpPr>
        <p:spPr bwMode="auto">
          <a:xfrm>
            <a:off x="2011680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3434032" name="Oval 112"/>
          <p:cNvSpPr/>
          <p:nvPr/>
        </p:nvSpPr>
        <p:spPr bwMode="auto">
          <a:xfrm>
            <a:off x="2011680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8293239" name="Oval 113"/>
          <p:cNvSpPr/>
          <p:nvPr/>
        </p:nvSpPr>
        <p:spPr bwMode="auto">
          <a:xfrm>
            <a:off x="2011680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9620309" name="Oval 114"/>
          <p:cNvSpPr/>
          <p:nvPr/>
        </p:nvSpPr>
        <p:spPr bwMode="auto">
          <a:xfrm>
            <a:off x="2011680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1995464" name="Oval 115"/>
          <p:cNvSpPr/>
          <p:nvPr/>
        </p:nvSpPr>
        <p:spPr bwMode="auto">
          <a:xfrm>
            <a:off x="2011680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3199101" name="Oval 116"/>
          <p:cNvSpPr/>
          <p:nvPr/>
        </p:nvSpPr>
        <p:spPr bwMode="auto">
          <a:xfrm>
            <a:off x="2011680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3388876" name="Oval 117"/>
          <p:cNvSpPr/>
          <p:nvPr/>
        </p:nvSpPr>
        <p:spPr bwMode="auto">
          <a:xfrm>
            <a:off x="2011680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5868111" name="Oval 118"/>
          <p:cNvSpPr/>
          <p:nvPr/>
        </p:nvSpPr>
        <p:spPr bwMode="auto">
          <a:xfrm>
            <a:off x="2011680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2180419" name="Oval 119"/>
          <p:cNvSpPr/>
          <p:nvPr/>
        </p:nvSpPr>
        <p:spPr bwMode="auto">
          <a:xfrm>
            <a:off x="2011680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2529636" name="Oval 120"/>
          <p:cNvSpPr/>
          <p:nvPr/>
        </p:nvSpPr>
        <p:spPr bwMode="auto">
          <a:xfrm>
            <a:off x="2011680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5487678" name="Oval 121"/>
          <p:cNvSpPr/>
          <p:nvPr/>
        </p:nvSpPr>
        <p:spPr bwMode="auto">
          <a:xfrm>
            <a:off x="2011680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2093762" name="Oval 122"/>
          <p:cNvSpPr/>
          <p:nvPr/>
        </p:nvSpPr>
        <p:spPr bwMode="auto">
          <a:xfrm>
            <a:off x="2304288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624521" name="Oval 123"/>
          <p:cNvSpPr/>
          <p:nvPr/>
        </p:nvSpPr>
        <p:spPr bwMode="auto">
          <a:xfrm>
            <a:off x="2304288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6831172" name="Oval 124"/>
          <p:cNvSpPr/>
          <p:nvPr/>
        </p:nvSpPr>
        <p:spPr bwMode="auto">
          <a:xfrm>
            <a:off x="2304288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0314473" name="Oval 125"/>
          <p:cNvSpPr/>
          <p:nvPr/>
        </p:nvSpPr>
        <p:spPr bwMode="auto">
          <a:xfrm>
            <a:off x="2304288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214554" name="Oval 126"/>
          <p:cNvSpPr/>
          <p:nvPr/>
        </p:nvSpPr>
        <p:spPr bwMode="auto">
          <a:xfrm>
            <a:off x="2304288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6673409" name="Oval 127"/>
          <p:cNvSpPr/>
          <p:nvPr/>
        </p:nvSpPr>
        <p:spPr bwMode="auto">
          <a:xfrm>
            <a:off x="2304288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1236821" name="Oval 128"/>
          <p:cNvSpPr/>
          <p:nvPr/>
        </p:nvSpPr>
        <p:spPr bwMode="auto">
          <a:xfrm>
            <a:off x="2304288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0342066" name="Oval 129"/>
          <p:cNvSpPr/>
          <p:nvPr/>
        </p:nvSpPr>
        <p:spPr bwMode="auto">
          <a:xfrm>
            <a:off x="2304288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7363537" name="Oval 130"/>
          <p:cNvSpPr/>
          <p:nvPr/>
        </p:nvSpPr>
        <p:spPr bwMode="auto">
          <a:xfrm>
            <a:off x="2304288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3333911" name="Oval 131"/>
          <p:cNvSpPr/>
          <p:nvPr/>
        </p:nvSpPr>
        <p:spPr bwMode="auto">
          <a:xfrm>
            <a:off x="2304288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8591728" name="Oval 132"/>
          <p:cNvSpPr/>
          <p:nvPr/>
        </p:nvSpPr>
        <p:spPr bwMode="auto">
          <a:xfrm>
            <a:off x="2304288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3537734" name="Oval 133"/>
          <p:cNvSpPr/>
          <p:nvPr/>
        </p:nvSpPr>
        <p:spPr bwMode="auto">
          <a:xfrm>
            <a:off x="2304288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3481526" name="Oval 134"/>
          <p:cNvSpPr/>
          <p:nvPr/>
        </p:nvSpPr>
        <p:spPr bwMode="auto">
          <a:xfrm>
            <a:off x="2304288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4976143" name="Oval 135"/>
          <p:cNvSpPr/>
          <p:nvPr/>
        </p:nvSpPr>
        <p:spPr bwMode="auto">
          <a:xfrm>
            <a:off x="2304288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7632941" name="Oval 136"/>
          <p:cNvSpPr/>
          <p:nvPr/>
        </p:nvSpPr>
        <p:spPr bwMode="auto">
          <a:xfrm>
            <a:off x="2304288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6202221" name="Oval 137"/>
          <p:cNvSpPr/>
          <p:nvPr/>
        </p:nvSpPr>
        <p:spPr bwMode="auto">
          <a:xfrm>
            <a:off x="2304288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979548" name="Oval 138"/>
          <p:cNvSpPr/>
          <p:nvPr/>
        </p:nvSpPr>
        <p:spPr bwMode="auto">
          <a:xfrm>
            <a:off x="2304288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8500261" name="Oval 139"/>
          <p:cNvSpPr/>
          <p:nvPr/>
        </p:nvSpPr>
        <p:spPr bwMode="auto">
          <a:xfrm>
            <a:off x="2304288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7553961" name="Oval 140"/>
          <p:cNvSpPr/>
          <p:nvPr/>
        </p:nvSpPr>
        <p:spPr bwMode="auto">
          <a:xfrm>
            <a:off x="2304288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5594249" name="Oval 141"/>
          <p:cNvSpPr/>
          <p:nvPr/>
        </p:nvSpPr>
        <p:spPr bwMode="auto">
          <a:xfrm>
            <a:off x="2304288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2370328" name="Oval 142"/>
          <p:cNvSpPr/>
          <p:nvPr/>
        </p:nvSpPr>
        <p:spPr bwMode="auto">
          <a:xfrm>
            <a:off x="2596896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6421501" name="Oval 143"/>
          <p:cNvSpPr/>
          <p:nvPr/>
        </p:nvSpPr>
        <p:spPr bwMode="auto">
          <a:xfrm>
            <a:off x="2596896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0461360" name="Oval 144"/>
          <p:cNvSpPr/>
          <p:nvPr/>
        </p:nvSpPr>
        <p:spPr bwMode="auto">
          <a:xfrm>
            <a:off x="2596896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7302912" name="Oval 145"/>
          <p:cNvSpPr/>
          <p:nvPr/>
        </p:nvSpPr>
        <p:spPr bwMode="auto">
          <a:xfrm>
            <a:off x="2596896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7104317" name="Oval 146"/>
          <p:cNvSpPr/>
          <p:nvPr/>
        </p:nvSpPr>
        <p:spPr bwMode="auto">
          <a:xfrm>
            <a:off x="2596896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094601" name="Oval 147"/>
          <p:cNvSpPr/>
          <p:nvPr/>
        </p:nvSpPr>
        <p:spPr bwMode="auto">
          <a:xfrm>
            <a:off x="2596896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2328835" name="Oval 148"/>
          <p:cNvSpPr/>
          <p:nvPr/>
        </p:nvSpPr>
        <p:spPr bwMode="auto">
          <a:xfrm>
            <a:off x="2596896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8749904" name="Oval 149"/>
          <p:cNvSpPr/>
          <p:nvPr/>
        </p:nvSpPr>
        <p:spPr bwMode="auto">
          <a:xfrm>
            <a:off x="2596896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0136127" name="Oval 150"/>
          <p:cNvSpPr/>
          <p:nvPr/>
        </p:nvSpPr>
        <p:spPr bwMode="auto">
          <a:xfrm>
            <a:off x="2596896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0314932" name="Oval 151"/>
          <p:cNvSpPr/>
          <p:nvPr/>
        </p:nvSpPr>
        <p:spPr bwMode="auto">
          <a:xfrm>
            <a:off x="2596896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3858375" name="Oval 152"/>
          <p:cNvSpPr/>
          <p:nvPr/>
        </p:nvSpPr>
        <p:spPr bwMode="auto">
          <a:xfrm>
            <a:off x="2596896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082456" name="Oval 153"/>
          <p:cNvSpPr/>
          <p:nvPr/>
        </p:nvSpPr>
        <p:spPr bwMode="auto">
          <a:xfrm>
            <a:off x="2596896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2611523" name="Oval 154"/>
          <p:cNvSpPr/>
          <p:nvPr/>
        </p:nvSpPr>
        <p:spPr bwMode="auto">
          <a:xfrm>
            <a:off x="2596896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8185671" name="Oval 155"/>
          <p:cNvSpPr/>
          <p:nvPr/>
        </p:nvSpPr>
        <p:spPr bwMode="auto">
          <a:xfrm>
            <a:off x="2596896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82910" name="Oval 156"/>
          <p:cNvSpPr/>
          <p:nvPr/>
        </p:nvSpPr>
        <p:spPr bwMode="auto">
          <a:xfrm>
            <a:off x="2596896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054106" name="Oval 157"/>
          <p:cNvSpPr/>
          <p:nvPr/>
        </p:nvSpPr>
        <p:spPr bwMode="auto">
          <a:xfrm>
            <a:off x="2596896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0247141" name="Oval 158"/>
          <p:cNvSpPr/>
          <p:nvPr/>
        </p:nvSpPr>
        <p:spPr bwMode="auto">
          <a:xfrm>
            <a:off x="2596896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4320825" name="Oval 159"/>
          <p:cNvSpPr/>
          <p:nvPr/>
        </p:nvSpPr>
        <p:spPr bwMode="auto">
          <a:xfrm>
            <a:off x="2596896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8222213" name="Oval 160"/>
          <p:cNvSpPr/>
          <p:nvPr/>
        </p:nvSpPr>
        <p:spPr bwMode="auto">
          <a:xfrm>
            <a:off x="2596896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404352" name="Oval 161"/>
          <p:cNvSpPr/>
          <p:nvPr/>
        </p:nvSpPr>
        <p:spPr bwMode="auto">
          <a:xfrm>
            <a:off x="2596896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558993" name="Oval 162"/>
          <p:cNvSpPr/>
          <p:nvPr/>
        </p:nvSpPr>
        <p:spPr bwMode="auto">
          <a:xfrm>
            <a:off x="2889504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7549105" name="Oval 163"/>
          <p:cNvSpPr/>
          <p:nvPr/>
        </p:nvSpPr>
        <p:spPr bwMode="auto">
          <a:xfrm>
            <a:off x="2889504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907407" name="Oval 164"/>
          <p:cNvSpPr/>
          <p:nvPr/>
        </p:nvSpPr>
        <p:spPr bwMode="auto">
          <a:xfrm>
            <a:off x="2889504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9468252" name="Oval 165"/>
          <p:cNvSpPr/>
          <p:nvPr/>
        </p:nvSpPr>
        <p:spPr bwMode="auto">
          <a:xfrm>
            <a:off x="2889504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0843099" name="Oval 166"/>
          <p:cNvSpPr/>
          <p:nvPr/>
        </p:nvSpPr>
        <p:spPr bwMode="auto">
          <a:xfrm>
            <a:off x="2889504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1551866" name="Oval 167"/>
          <p:cNvSpPr/>
          <p:nvPr/>
        </p:nvSpPr>
        <p:spPr bwMode="auto">
          <a:xfrm>
            <a:off x="2889504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1750582" name="Oval 168"/>
          <p:cNvSpPr/>
          <p:nvPr/>
        </p:nvSpPr>
        <p:spPr bwMode="auto">
          <a:xfrm>
            <a:off x="2889504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9237395" name="Oval 169"/>
          <p:cNvSpPr/>
          <p:nvPr/>
        </p:nvSpPr>
        <p:spPr bwMode="auto">
          <a:xfrm>
            <a:off x="2889504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2224762" name="Oval 170"/>
          <p:cNvSpPr/>
          <p:nvPr/>
        </p:nvSpPr>
        <p:spPr bwMode="auto">
          <a:xfrm>
            <a:off x="2889504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286675" name="Oval 171"/>
          <p:cNvSpPr/>
          <p:nvPr/>
        </p:nvSpPr>
        <p:spPr bwMode="auto">
          <a:xfrm>
            <a:off x="2889504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0603443" name="Oval 172"/>
          <p:cNvSpPr/>
          <p:nvPr/>
        </p:nvSpPr>
        <p:spPr bwMode="auto">
          <a:xfrm>
            <a:off x="2889504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7672471" name="Oval 173"/>
          <p:cNvSpPr/>
          <p:nvPr/>
        </p:nvSpPr>
        <p:spPr bwMode="auto">
          <a:xfrm>
            <a:off x="2889504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8063156" name="Oval 174"/>
          <p:cNvSpPr/>
          <p:nvPr/>
        </p:nvSpPr>
        <p:spPr bwMode="auto">
          <a:xfrm>
            <a:off x="2889504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8394312" name="Oval 175"/>
          <p:cNvSpPr/>
          <p:nvPr/>
        </p:nvSpPr>
        <p:spPr bwMode="auto">
          <a:xfrm>
            <a:off x="2889504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939312" name="Oval 176"/>
          <p:cNvSpPr/>
          <p:nvPr/>
        </p:nvSpPr>
        <p:spPr bwMode="auto">
          <a:xfrm>
            <a:off x="2889504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6800595" name="Oval 177"/>
          <p:cNvSpPr/>
          <p:nvPr/>
        </p:nvSpPr>
        <p:spPr bwMode="auto">
          <a:xfrm>
            <a:off x="2889504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1231297" name="Oval 178"/>
          <p:cNvSpPr/>
          <p:nvPr/>
        </p:nvSpPr>
        <p:spPr bwMode="auto">
          <a:xfrm>
            <a:off x="2889504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3365792" name="Oval 179"/>
          <p:cNvSpPr/>
          <p:nvPr/>
        </p:nvSpPr>
        <p:spPr bwMode="auto">
          <a:xfrm>
            <a:off x="2889504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4291074" name="Oval 180"/>
          <p:cNvSpPr/>
          <p:nvPr/>
        </p:nvSpPr>
        <p:spPr bwMode="auto">
          <a:xfrm>
            <a:off x="2889504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3703135" name="Oval 181"/>
          <p:cNvSpPr/>
          <p:nvPr/>
        </p:nvSpPr>
        <p:spPr bwMode="auto">
          <a:xfrm>
            <a:off x="2889504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4932911" name="Oval 182"/>
          <p:cNvSpPr/>
          <p:nvPr/>
        </p:nvSpPr>
        <p:spPr bwMode="auto">
          <a:xfrm>
            <a:off x="3182112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950128" name="Oval 183"/>
          <p:cNvSpPr/>
          <p:nvPr/>
        </p:nvSpPr>
        <p:spPr bwMode="auto">
          <a:xfrm>
            <a:off x="3182112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0516608" name="Oval 184"/>
          <p:cNvSpPr/>
          <p:nvPr/>
        </p:nvSpPr>
        <p:spPr bwMode="auto">
          <a:xfrm>
            <a:off x="3182112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691120" name="Oval 185"/>
          <p:cNvSpPr/>
          <p:nvPr/>
        </p:nvSpPr>
        <p:spPr bwMode="auto">
          <a:xfrm>
            <a:off x="3182112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3736858" name="Oval 186"/>
          <p:cNvSpPr/>
          <p:nvPr/>
        </p:nvSpPr>
        <p:spPr bwMode="auto">
          <a:xfrm>
            <a:off x="3182112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0266068" name="Oval 187"/>
          <p:cNvSpPr/>
          <p:nvPr/>
        </p:nvSpPr>
        <p:spPr bwMode="auto">
          <a:xfrm>
            <a:off x="3182112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8828413" name="Oval 188"/>
          <p:cNvSpPr/>
          <p:nvPr/>
        </p:nvSpPr>
        <p:spPr bwMode="auto">
          <a:xfrm>
            <a:off x="3182112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8193031" name="Oval 189"/>
          <p:cNvSpPr/>
          <p:nvPr/>
        </p:nvSpPr>
        <p:spPr bwMode="auto">
          <a:xfrm>
            <a:off x="3182112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5935530" name="Oval 190"/>
          <p:cNvSpPr/>
          <p:nvPr/>
        </p:nvSpPr>
        <p:spPr bwMode="auto">
          <a:xfrm>
            <a:off x="3182112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5439804" name="Oval 191"/>
          <p:cNvSpPr/>
          <p:nvPr/>
        </p:nvSpPr>
        <p:spPr bwMode="auto">
          <a:xfrm>
            <a:off x="3182112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0000436" name="Oval 192"/>
          <p:cNvSpPr/>
          <p:nvPr/>
        </p:nvSpPr>
        <p:spPr bwMode="auto">
          <a:xfrm>
            <a:off x="3182112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2078493" name="Oval 193"/>
          <p:cNvSpPr/>
          <p:nvPr/>
        </p:nvSpPr>
        <p:spPr bwMode="auto">
          <a:xfrm>
            <a:off x="3182112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1040938" name="Oval 194"/>
          <p:cNvSpPr/>
          <p:nvPr/>
        </p:nvSpPr>
        <p:spPr bwMode="auto">
          <a:xfrm>
            <a:off x="3182112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4016977" name="Oval 195"/>
          <p:cNvSpPr/>
          <p:nvPr/>
        </p:nvSpPr>
        <p:spPr bwMode="auto">
          <a:xfrm>
            <a:off x="3182112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5993750" name="Oval 196"/>
          <p:cNvSpPr/>
          <p:nvPr/>
        </p:nvSpPr>
        <p:spPr bwMode="auto">
          <a:xfrm>
            <a:off x="3182112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5994262" name="Oval 197"/>
          <p:cNvSpPr/>
          <p:nvPr/>
        </p:nvSpPr>
        <p:spPr bwMode="auto">
          <a:xfrm>
            <a:off x="3182112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9759443" name="Oval 198"/>
          <p:cNvSpPr/>
          <p:nvPr/>
        </p:nvSpPr>
        <p:spPr bwMode="auto">
          <a:xfrm>
            <a:off x="3182112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2202312" name="Oval 199"/>
          <p:cNvSpPr/>
          <p:nvPr/>
        </p:nvSpPr>
        <p:spPr bwMode="auto">
          <a:xfrm>
            <a:off x="3182112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4551748" name="Oval 200"/>
          <p:cNvSpPr/>
          <p:nvPr/>
        </p:nvSpPr>
        <p:spPr bwMode="auto">
          <a:xfrm>
            <a:off x="3182112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8960171" name="Oval 201"/>
          <p:cNvSpPr/>
          <p:nvPr/>
        </p:nvSpPr>
        <p:spPr bwMode="auto">
          <a:xfrm>
            <a:off x="3182112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1057080" name="Oval 202"/>
          <p:cNvSpPr/>
          <p:nvPr/>
        </p:nvSpPr>
        <p:spPr bwMode="auto">
          <a:xfrm>
            <a:off x="3474720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869594" name="Oval 203"/>
          <p:cNvSpPr/>
          <p:nvPr/>
        </p:nvSpPr>
        <p:spPr bwMode="auto">
          <a:xfrm>
            <a:off x="3474720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7758508" name="Oval 204"/>
          <p:cNvSpPr/>
          <p:nvPr/>
        </p:nvSpPr>
        <p:spPr bwMode="auto">
          <a:xfrm>
            <a:off x="3474720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7796573" name="Oval 205"/>
          <p:cNvSpPr/>
          <p:nvPr/>
        </p:nvSpPr>
        <p:spPr bwMode="auto">
          <a:xfrm>
            <a:off x="3474720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5854242" name="Oval 206"/>
          <p:cNvSpPr/>
          <p:nvPr/>
        </p:nvSpPr>
        <p:spPr bwMode="auto">
          <a:xfrm>
            <a:off x="3474720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6893653" name="Oval 207"/>
          <p:cNvSpPr/>
          <p:nvPr/>
        </p:nvSpPr>
        <p:spPr bwMode="auto">
          <a:xfrm>
            <a:off x="3474720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2670566" name="Oval 208"/>
          <p:cNvSpPr/>
          <p:nvPr/>
        </p:nvSpPr>
        <p:spPr bwMode="auto">
          <a:xfrm>
            <a:off x="3474720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282512" name="Oval 209"/>
          <p:cNvSpPr/>
          <p:nvPr/>
        </p:nvSpPr>
        <p:spPr bwMode="auto">
          <a:xfrm>
            <a:off x="3474720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3050698" name="Oval 210"/>
          <p:cNvSpPr/>
          <p:nvPr/>
        </p:nvSpPr>
        <p:spPr bwMode="auto">
          <a:xfrm>
            <a:off x="3474720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2842734" name="Oval 211"/>
          <p:cNvSpPr/>
          <p:nvPr/>
        </p:nvSpPr>
        <p:spPr bwMode="auto">
          <a:xfrm>
            <a:off x="3474720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3084286" name="Oval 212"/>
          <p:cNvSpPr/>
          <p:nvPr/>
        </p:nvSpPr>
        <p:spPr bwMode="auto">
          <a:xfrm>
            <a:off x="3474720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1960386" name="Oval 213"/>
          <p:cNvSpPr/>
          <p:nvPr/>
        </p:nvSpPr>
        <p:spPr bwMode="auto">
          <a:xfrm>
            <a:off x="3474720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3566826" name="Oval 214"/>
          <p:cNvSpPr/>
          <p:nvPr/>
        </p:nvSpPr>
        <p:spPr bwMode="auto">
          <a:xfrm>
            <a:off x="3474720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0670340" name="Oval 215"/>
          <p:cNvSpPr/>
          <p:nvPr/>
        </p:nvSpPr>
        <p:spPr bwMode="auto">
          <a:xfrm>
            <a:off x="3474720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1235546" name="Oval 216"/>
          <p:cNvSpPr/>
          <p:nvPr/>
        </p:nvSpPr>
        <p:spPr bwMode="auto">
          <a:xfrm>
            <a:off x="3474720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657977" name="Oval 217"/>
          <p:cNvSpPr/>
          <p:nvPr/>
        </p:nvSpPr>
        <p:spPr bwMode="auto">
          <a:xfrm>
            <a:off x="3474720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8805225" name="Oval 218"/>
          <p:cNvSpPr/>
          <p:nvPr/>
        </p:nvSpPr>
        <p:spPr bwMode="auto">
          <a:xfrm>
            <a:off x="3474720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3749347" name="Oval 219"/>
          <p:cNvSpPr/>
          <p:nvPr/>
        </p:nvSpPr>
        <p:spPr bwMode="auto">
          <a:xfrm>
            <a:off x="3474720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2016866" name="Oval 220"/>
          <p:cNvSpPr/>
          <p:nvPr/>
        </p:nvSpPr>
        <p:spPr bwMode="auto">
          <a:xfrm>
            <a:off x="3474720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1306418" name="Oval 221"/>
          <p:cNvSpPr/>
          <p:nvPr/>
        </p:nvSpPr>
        <p:spPr bwMode="auto">
          <a:xfrm>
            <a:off x="3474720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6479475" name="Oval 222"/>
          <p:cNvSpPr/>
          <p:nvPr/>
        </p:nvSpPr>
        <p:spPr bwMode="auto">
          <a:xfrm>
            <a:off x="3767328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7081034" name="Oval 223"/>
          <p:cNvSpPr/>
          <p:nvPr/>
        </p:nvSpPr>
        <p:spPr bwMode="auto">
          <a:xfrm>
            <a:off x="3767328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4542163" name="Oval 224"/>
          <p:cNvSpPr/>
          <p:nvPr/>
        </p:nvSpPr>
        <p:spPr bwMode="auto">
          <a:xfrm>
            <a:off x="3767328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2936764" name="Oval 225"/>
          <p:cNvSpPr/>
          <p:nvPr/>
        </p:nvSpPr>
        <p:spPr bwMode="auto">
          <a:xfrm>
            <a:off x="3767328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0908548" name="Oval 226"/>
          <p:cNvSpPr/>
          <p:nvPr/>
        </p:nvSpPr>
        <p:spPr bwMode="auto">
          <a:xfrm>
            <a:off x="3767328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0487596" name="Oval 227"/>
          <p:cNvSpPr/>
          <p:nvPr/>
        </p:nvSpPr>
        <p:spPr bwMode="auto">
          <a:xfrm>
            <a:off x="3767328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1216593" name="Oval 228"/>
          <p:cNvSpPr/>
          <p:nvPr/>
        </p:nvSpPr>
        <p:spPr bwMode="auto">
          <a:xfrm>
            <a:off x="3767328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2660601" name="Oval 229"/>
          <p:cNvSpPr/>
          <p:nvPr/>
        </p:nvSpPr>
        <p:spPr bwMode="auto">
          <a:xfrm>
            <a:off x="3767328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5272312" name="Oval 230"/>
          <p:cNvSpPr/>
          <p:nvPr/>
        </p:nvSpPr>
        <p:spPr bwMode="auto">
          <a:xfrm>
            <a:off x="3767328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3393185" name="Oval 231"/>
          <p:cNvSpPr/>
          <p:nvPr/>
        </p:nvSpPr>
        <p:spPr bwMode="auto">
          <a:xfrm>
            <a:off x="3767328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5665394" name="Oval 232"/>
          <p:cNvSpPr/>
          <p:nvPr/>
        </p:nvSpPr>
        <p:spPr bwMode="auto">
          <a:xfrm>
            <a:off x="3767328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9405129" name="Oval 233"/>
          <p:cNvSpPr/>
          <p:nvPr/>
        </p:nvSpPr>
        <p:spPr bwMode="auto">
          <a:xfrm>
            <a:off x="3767328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6488187" name="Oval 234"/>
          <p:cNvSpPr/>
          <p:nvPr/>
        </p:nvSpPr>
        <p:spPr bwMode="auto">
          <a:xfrm>
            <a:off x="3767328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3953476" name="Oval 235"/>
          <p:cNvSpPr/>
          <p:nvPr/>
        </p:nvSpPr>
        <p:spPr bwMode="auto">
          <a:xfrm>
            <a:off x="3767328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291946" name="Oval 236"/>
          <p:cNvSpPr/>
          <p:nvPr/>
        </p:nvSpPr>
        <p:spPr bwMode="auto">
          <a:xfrm>
            <a:off x="3767328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2152515" name="Oval 237"/>
          <p:cNvSpPr/>
          <p:nvPr/>
        </p:nvSpPr>
        <p:spPr bwMode="auto">
          <a:xfrm>
            <a:off x="3767328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9765537" name="Oval 238"/>
          <p:cNvSpPr/>
          <p:nvPr/>
        </p:nvSpPr>
        <p:spPr bwMode="auto">
          <a:xfrm>
            <a:off x="3767328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7248788" name="Oval 239"/>
          <p:cNvSpPr/>
          <p:nvPr/>
        </p:nvSpPr>
        <p:spPr bwMode="auto">
          <a:xfrm>
            <a:off x="3767328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7514231" name="Oval 240"/>
          <p:cNvSpPr/>
          <p:nvPr/>
        </p:nvSpPr>
        <p:spPr bwMode="auto">
          <a:xfrm>
            <a:off x="3767328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3604797" name="Oval 241"/>
          <p:cNvSpPr/>
          <p:nvPr/>
        </p:nvSpPr>
        <p:spPr bwMode="auto">
          <a:xfrm>
            <a:off x="3767328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5863938" name="Oval 242"/>
          <p:cNvSpPr/>
          <p:nvPr/>
        </p:nvSpPr>
        <p:spPr bwMode="auto">
          <a:xfrm>
            <a:off x="4059936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5504032" name="Oval 243"/>
          <p:cNvSpPr/>
          <p:nvPr/>
        </p:nvSpPr>
        <p:spPr bwMode="auto">
          <a:xfrm>
            <a:off x="4059936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3204906" name="Oval 244"/>
          <p:cNvSpPr/>
          <p:nvPr/>
        </p:nvSpPr>
        <p:spPr bwMode="auto">
          <a:xfrm>
            <a:off x="4059936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489294" name="Oval 245"/>
          <p:cNvSpPr/>
          <p:nvPr/>
        </p:nvSpPr>
        <p:spPr bwMode="auto">
          <a:xfrm>
            <a:off x="4059936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900306" name="Oval 246"/>
          <p:cNvSpPr/>
          <p:nvPr/>
        </p:nvSpPr>
        <p:spPr bwMode="auto">
          <a:xfrm>
            <a:off x="4059936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0634265" name="Oval 247"/>
          <p:cNvSpPr/>
          <p:nvPr/>
        </p:nvSpPr>
        <p:spPr bwMode="auto">
          <a:xfrm>
            <a:off x="4059936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6737307" name="Oval 248"/>
          <p:cNvSpPr/>
          <p:nvPr/>
        </p:nvSpPr>
        <p:spPr bwMode="auto">
          <a:xfrm>
            <a:off x="4059936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961503" name="Oval 249"/>
          <p:cNvSpPr/>
          <p:nvPr/>
        </p:nvSpPr>
        <p:spPr bwMode="auto">
          <a:xfrm>
            <a:off x="4059936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2228080" name="Oval 250"/>
          <p:cNvSpPr/>
          <p:nvPr/>
        </p:nvSpPr>
        <p:spPr bwMode="auto">
          <a:xfrm>
            <a:off x="4059936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6862995" name="Oval 251"/>
          <p:cNvSpPr/>
          <p:nvPr/>
        </p:nvSpPr>
        <p:spPr bwMode="auto">
          <a:xfrm>
            <a:off x="4059936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0479071" name="Oval 252"/>
          <p:cNvSpPr/>
          <p:nvPr/>
        </p:nvSpPr>
        <p:spPr bwMode="auto">
          <a:xfrm>
            <a:off x="4059936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7870803" name="Oval 253"/>
          <p:cNvSpPr/>
          <p:nvPr/>
        </p:nvSpPr>
        <p:spPr bwMode="auto">
          <a:xfrm>
            <a:off x="4059936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3636250" name="Oval 254"/>
          <p:cNvSpPr/>
          <p:nvPr/>
        </p:nvSpPr>
        <p:spPr bwMode="auto">
          <a:xfrm>
            <a:off x="4059936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5010482" name="Oval 255"/>
          <p:cNvSpPr/>
          <p:nvPr/>
        </p:nvSpPr>
        <p:spPr bwMode="auto">
          <a:xfrm>
            <a:off x="4059936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7463742" name="Oval 256"/>
          <p:cNvSpPr/>
          <p:nvPr/>
        </p:nvSpPr>
        <p:spPr bwMode="auto">
          <a:xfrm>
            <a:off x="4059936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0796109" name="Oval 257"/>
          <p:cNvSpPr/>
          <p:nvPr/>
        </p:nvSpPr>
        <p:spPr bwMode="auto">
          <a:xfrm>
            <a:off x="4059936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3248253" name="Oval 258"/>
          <p:cNvSpPr/>
          <p:nvPr/>
        </p:nvSpPr>
        <p:spPr bwMode="auto">
          <a:xfrm>
            <a:off x="4059936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9232388" name="Oval 259"/>
          <p:cNvSpPr/>
          <p:nvPr/>
        </p:nvSpPr>
        <p:spPr bwMode="auto">
          <a:xfrm>
            <a:off x="4059936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3383312" name="Oval 260"/>
          <p:cNvSpPr/>
          <p:nvPr/>
        </p:nvSpPr>
        <p:spPr bwMode="auto">
          <a:xfrm>
            <a:off x="4059936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9802422" name="Oval 261"/>
          <p:cNvSpPr/>
          <p:nvPr/>
        </p:nvSpPr>
        <p:spPr bwMode="auto">
          <a:xfrm>
            <a:off x="4059936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8342464" name="Oval 262"/>
          <p:cNvSpPr/>
          <p:nvPr/>
        </p:nvSpPr>
        <p:spPr bwMode="auto">
          <a:xfrm>
            <a:off x="4352544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5403132" name="Oval 263"/>
          <p:cNvSpPr/>
          <p:nvPr/>
        </p:nvSpPr>
        <p:spPr bwMode="auto">
          <a:xfrm>
            <a:off x="4352544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4962001" name="Oval 264"/>
          <p:cNvSpPr/>
          <p:nvPr/>
        </p:nvSpPr>
        <p:spPr bwMode="auto">
          <a:xfrm>
            <a:off x="4352544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5727550" name="Oval 265"/>
          <p:cNvSpPr/>
          <p:nvPr/>
        </p:nvSpPr>
        <p:spPr bwMode="auto">
          <a:xfrm>
            <a:off x="4352544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6109107" name="Oval 266"/>
          <p:cNvSpPr/>
          <p:nvPr/>
        </p:nvSpPr>
        <p:spPr bwMode="auto">
          <a:xfrm>
            <a:off x="4352544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906121" name="Oval 267"/>
          <p:cNvSpPr/>
          <p:nvPr/>
        </p:nvSpPr>
        <p:spPr bwMode="auto">
          <a:xfrm>
            <a:off x="4352544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9693440" name="Oval 268"/>
          <p:cNvSpPr/>
          <p:nvPr/>
        </p:nvSpPr>
        <p:spPr bwMode="auto">
          <a:xfrm>
            <a:off x="4352544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5041901" name="Oval 269"/>
          <p:cNvSpPr/>
          <p:nvPr/>
        </p:nvSpPr>
        <p:spPr bwMode="auto">
          <a:xfrm>
            <a:off x="4352544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8809767" name="Oval 270"/>
          <p:cNvSpPr/>
          <p:nvPr/>
        </p:nvSpPr>
        <p:spPr bwMode="auto">
          <a:xfrm>
            <a:off x="4352544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4659832" name="Oval 271"/>
          <p:cNvSpPr/>
          <p:nvPr/>
        </p:nvSpPr>
        <p:spPr bwMode="auto">
          <a:xfrm>
            <a:off x="4352544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083120" name="Oval 272"/>
          <p:cNvSpPr/>
          <p:nvPr/>
        </p:nvSpPr>
        <p:spPr bwMode="auto">
          <a:xfrm>
            <a:off x="4352544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7294636" name="Oval 273"/>
          <p:cNvSpPr/>
          <p:nvPr/>
        </p:nvSpPr>
        <p:spPr bwMode="auto">
          <a:xfrm>
            <a:off x="4352544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6100498" name="Oval 274"/>
          <p:cNvSpPr/>
          <p:nvPr/>
        </p:nvSpPr>
        <p:spPr bwMode="auto">
          <a:xfrm>
            <a:off x="4352544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5638846" name="Oval 275"/>
          <p:cNvSpPr/>
          <p:nvPr/>
        </p:nvSpPr>
        <p:spPr bwMode="auto">
          <a:xfrm>
            <a:off x="4352544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0338996" name="Oval 276"/>
          <p:cNvSpPr/>
          <p:nvPr/>
        </p:nvSpPr>
        <p:spPr bwMode="auto">
          <a:xfrm>
            <a:off x="4352544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0202643" name="Oval 277"/>
          <p:cNvSpPr/>
          <p:nvPr/>
        </p:nvSpPr>
        <p:spPr bwMode="auto">
          <a:xfrm>
            <a:off x="4352544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1622230" name="Oval 278"/>
          <p:cNvSpPr/>
          <p:nvPr/>
        </p:nvSpPr>
        <p:spPr bwMode="auto">
          <a:xfrm>
            <a:off x="4352544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1529478" name="Oval 279"/>
          <p:cNvSpPr/>
          <p:nvPr/>
        </p:nvSpPr>
        <p:spPr bwMode="auto">
          <a:xfrm>
            <a:off x="4352544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3708668" name="Oval 280"/>
          <p:cNvSpPr/>
          <p:nvPr/>
        </p:nvSpPr>
        <p:spPr bwMode="auto">
          <a:xfrm>
            <a:off x="4352544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1554528" name="Oval 281"/>
          <p:cNvSpPr/>
          <p:nvPr/>
        </p:nvSpPr>
        <p:spPr bwMode="auto">
          <a:xfrm>
            <a:off x="4352544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5966904" name="Oval 282"/>
          <p:cNvSpPr/>
          <p:nvPr/>
        </p:nvSpPr>
        <p:spPr bwMode="auto">
          <a:xfrm>
            <a:off x="4645152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5390547" name="Oval 283"/>
          <p:cNvSpPr/>
          <p:nvPr/>
        </p:nvSpPr>
        <p:spPr bwMode="auto">
          <a:xfrm>
            <a:off x="4645152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4090266" name="Oval 284"/>
          <p:cNvSpPr/>
          <p:nvPr/>
        </p:nvSpPr>
        <p:spPr bwMode="auto">
          <a:xfrm>
            <a:off x="4645152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5441406" name="Oval 285"/>
          <p:cNvSpPr/>
          <p:nvPr/>
        </p:nvSpPr>
        <p:spPr bwMode="auto">
          <a:xfrm>
            <a:off x="4645152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38675" name="Oval 286"/>
          <p:cNvSpPr/>
          <p:nvPr/>
        </p:nvSpPr>
        <p:spPr bwMode="auto">
          <a:xfrm>
            <a:off x="4645152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4717779" name="Oval 287"/>
          <p:cNvSpPr/>
          <p:nvPr/>
        </p:nvSpPr>
        <p:spPr bwMode="auto">
          <a:xfrm>
            <a:off x="4645152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8483617" name="Oval 288"/>
          <p:cNvSpPr/>
          <p:nvPr/>
        </p:nvSpPr>
        <p:spPr bwMode="auto">
          <a:xfrm>
            <a:off x="4645152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9854864" name="Oval 289"/>
          <p:cNvSpPr/>
          <p:nvPr/>
        </p:nvSpPr>
        <p:spPr bwMode="auto">
          <a:xfrm>
            <a:off x="4645152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2492602" name="Oval 290"/>
          <p:cNvSpPr/>
          <p:nvPr/>
        </p:nvSpPr>
        <p:spPr bwMode="auto">
          <a:xfrm>
            <a:off x="4645152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460891" name="Oval 291"/>
          <p:cNvSpPr/>
          <p:nvPr/>
        </p:nvSpPr>
        <p:spPr bwMode="auto">
          <a:xfrm>
            <a:off x="4645152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6416754" name="Oval 292"/>
          <p:cNvSpPr/>
          <p:nvPr/>
        </p:nvSpPr>
        <p:spPr bwMode="auto">
          <a:xfrm>
            <a:off x="4645152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2007543" name="Oval 293"/>
          <p:cNvSpPr/>
          <p:nvPr/>
        </p:nvSpPr>
        <p:spPr bwMode="auto">
          <a:xfrm>
            <a:off x="4645152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0016261" name="Oval 294"/>
          <p:cNvSpPr/>
          <p:nvPr/>
        </p:nvSpPr>
        <p:spPr bwMode="auto">
          <a:xfrm>
            <a:off x="4645152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3483438" name="Oval 295"/>
          <p:cNvSpPr/>
          <p:nvPr/>
        </p:nvSpPr>
        <p:spPr bwMode="auto">
          <a:xfrm>
            <a:off x="4645152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2076039" name="Oval 296"/>
          <p:cNvSpPr/>
          <p:nvPr/>
        </p:nvSpPr>
        <p:spPr bwMode="auto">
          <a:xfrm>
            <a:off x="4645152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7363610" name="Oval 297"/>
          <p:cNvSpPr/>
          <p:nvPr/>
        </p:nvSpPr>
        <p:spPr bwMode="auto">
          <a:xfrm>
            <a:off x="4645152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1488438" name="Oval 298"/>
          <p:cNvSpPr/>
          <p:nvPr/>
        </p:nvSpPr>
        <p:spPr bwMode="auto">
          <a:xfrm>
            <a:off x="4645152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1042511" name="Oval 299"/>
          <p:cNvSpPr/>
          <p:nvPr/>
        </p:nvSpPr>
        <p:spPr bwMode="auto">
          <a:xfrm>
            <a:off x="4645152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4327742" name="Oval 300"/>
          <p:cNvSpPr/>
          <p:nvPr/>
        </p:nvSpPr>
        <p:spPr bwMode="auto">
          <a:xfrm>
            <a:off x="4645152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6176574" name="Oval 301"/>
          <p:cNvSpPr/>
          <p:nvPr/>
        </p:nvSpPr>
        <p:spPr bwMode="auto">
          <a:xfrm>
            <a:off x="4645152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9082230" name="Oval 302"/>
          <p:cNvSpPr/>
          <p:nvPr/>
        </p:nvSpPr>
        <p:spPr bwMode="auto">
          <a:xfrm>
            <a:off x="4937760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1559091" name="Oval 303"/>
          <p:cNvSpPr/>
          <p:nvPr/>
        </p:nvSpPr>
        <p:spPr bwMode="auto">
          <a:xfrm>
            <a:off x="4937760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9649493" name="Oval 304"/>
          <p:cNvSpPr/>
          <p:nvPr/>
        </p:nvSpPr>
        <p:spPr bwMode="auto">
          <a:xfrm>
            <a:off x="4937760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3915120" name="Oval 305"/>
          <p:cNvSpPr/>
          <p:nvPr/>
        </p:nvSpPr>
        <p:spPr bwMode="auto">
          <a:xfrm>
            <a:off x="4937760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426496" name="Oval 306"/>
          <p:cNvSpPr/>
          <p:nvPr/>
        </p:nvSpPr>
        <p:spPr bwMode="auto">
          <a:xfrm>
            <a:off x="4937760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990746" name="Oval 307"/>
          <p:cNvSpPr/>
          <p:nvPr/>
        </p:nvSpPr>
        <p:spPr bwMode="auto">
          <a:xfrm>
            <a:off x="4937760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3575830" name="Oval 308"/>
          <p:cNvSpPr/>
          <p:nvPr/>
        </p:nvSpPr>
        <p:spPr bwMode="auto">
          <a:xfrm>
            <a:off x="4937760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1573708" name="Oval 309"/>
          <p:cNvSpPr/>
          <p:nvPr/>
        </p:nvSpPr>
        <p:spPr bwMode="auto">
          <a:xfrm>
            <a:off x="4937760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2372398" name="Oval 310"/>
          <p:cNvSpPr/>
          <p:nvPr/>
        </p:nvSpPr>
        <p:spPr bwMode="auto">
          <a:xfrm>
            <a:off x="4937760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6747382" name="Oval 311"/>
          <p:cNvSpPr/>
          <p:nvPr/>
        </p:nvSpPr>
        <p:spPr bwMode="auto">
          <a:xfrm>
            <a:off x="4937760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2636987" name="Oval 312"/>
          <p:cNvSpPr/>
          <p:nvPr/>
        </p:nvSpPr>
        <p:spPr bwMode="auto">
          <a:xfrm>
            <a:off x="4937760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5174927" name="Oval 313"/>
          <p:cNvSpPr/>
          <p:nvPr/>
        </p:nvSpPr>
        <p:spPr bwMode="auto">
          <a:xfrm>
            <a:off x="4937760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8205033" name="Oval 314"/>
          <p:cNvSpPr/>
          <p:nvPr/>
        </p:nvSpPr>
        <p:spPr bwMode="auto">
          <a:xfrm>
            <a:off x="4937760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579798" name="Oval 315"/>
          <p:cNvSpPr/>
          <p:nvPr/>
        </p:nvSpPr>
        <p:spPr bwMode="auto">
          <a:xfrm>
            <a:off x="4937760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2930514" name="Oval 316"/>
          <p:cNvSpPr/>
          <p:nvPr/>
        </p:nvSpPr>
        <p:spPr bwMode="auto">
          <a:xfrm>
            <a:off x="4937760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2055587" name="Oval 317"/>
          <p:cNvSpPr/>
          <p:nvPr/>
        </p:nvSpPr>
        <p:spPr bwMode="auto">
          <a:xfrm>
            <a:off x="4937760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416532" name="Oval 318"/>
          <p:cNvSpPr/>
          <p:nvPr/>
        </p:nvSpPr>
        <p:spPr bwMode="auto">
          <a:xfrm>
            <a:off x="4937760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149768" name="Oval 319"/>
          <p:cNvSpPr/>
          <p:nvPr/>
        </p:nvSpPr>
        <p:spPr bwMode="auto">
          <a:xfrm>
            <a:off x="4937760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5807053" name="Oval 320"/>
          <p:cNvSpPr/>
          <p:nvPr/>
        </p:nvSpPr>
        <p:spPr bwMode="auto">
          <a:xfrm>
            <a:off x="4937760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1889494" name="Oval 321"/>
          <p:cNvSpPr/>
          <p:nvPr/>
        </p:nvSpPr>
        <p:spPr bwMode="auto">
          <a:xfrm>
            <a:off x="4937760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2295030" name="Oval 322"/>
          <p:cNvSpPr/>
          <p:nvPr/>
        </p:nvSpPr>
        <p:spPr bwMode="auto">
          <a:xfrm>
            <a:off x="5230368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1360780" name="Oval 323"/>
          <p:cNvSpPr/>
          <p:nvPr/>
        </p:nvSpPr>
        <p:spPr bwMode="auto">
          <a:xfrm>
            <a:off x="5230368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774991" name="Oval 324"/>
          <p:cNvSpPr/>
          <p:nvPr/>
        </p:nvSpPr>
        <p:spPr bwMode="auto">
          <a:xfrm>
            <a:off x="5230368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2950818" name="Oval 325"/>
          <p:cNvSpPr/>
          <p:nvPr/>
        </p:nvSpPr>
        <p:spPr bwMode="auto">
          <a:xfrm>
            <a:off x="5230368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1180572" name="Oval 326"/>
          <p:cNvSpPr/>
          <p:nvPr/>
        </p:nvSpPr>
        <p:spPr bwMode="auto">
          <a:xfrm>
            <a:off x="5230368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7139136" name="Oval 327"/>
          <p:cNvSpPr/>
          <p:nvPr/>
        </p:nvSpPr>
        <p:spPr bwMode="auto">
          <a:xfrm>
            <a:off x="5230368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365257" name="Oval 328"/>
          <p:cNvSpPr/>
          <p:nvPr/>
        </p:nvSpPr>
        <p:spPr bwMode="auto">
          <a:xfrm>
            <a:off x="5230368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3433109" name="Oval 329"/>
          <p:cNvSpPr/>
          <p:nvPr/>
        </p:nvSpPr>
        <p:spPr bwMode="auto">
          <a:xfrm>
            <a:off x="5230368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8088399" name="Oval 330"/>
          <p:cNvSpPr/>
          <p:nvPr/>
        </p:nvSpPr>
        <p:spPr bwMode="auto">
          <a:xfrm>
            <a:off x="5230368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640034" name="Oval 331"/>
          <p:cNvSpPr/>
          <p:nvPr/>
        </p:nvSpPr>
        <p:spPr bwMode="auto">
          <a:xfrm>
            <a:off x="5230368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1340333" name="Oval 332"/>
          <p:cNvSpPr/>
          <p:nvPr/>
        </p:nvSpPr>
        <p:spPr bwMode="auto">
          <a:xfrm>
            <a:off x="5230368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3283811" name="Oval 333"/>
          <p:cNvSpPr/>
          <p:nvPr/>
        </p:nvSpPr>
        <p:spPr bwMode="auto">
          <a:xfrm>
            <a:off x="5230368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0127308" name="Oval 334"/>
          <p:cNvSpPr/>
          <p:nvPr/>
        </p:nvSpPr>
        <p:spPr bwMode="auto">
          <a:xfrm>
            <a:off x="5230368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0697712" name="Oval 335"/>
          <p:cNvSpPr/>
          <p:nvPr/>
        </p:nvSpPr>
        <p:spPr bwMode="auto">
          <a:xfrm>
            <a:off x="5230368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7680141" name="Oval 336"/>
          <p:cNvSpPr/>
          <p:nvPr/>
        </p:nvSpPr>
        <p:spPr bwMode="auto">
          <a:xfrm>
            <a:off x="5230368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3263637" name="Oval 337"/>
          <p:cNvSpPr/>
          <p:nvPr/>
        </p:nvSpPr>
        <p:spPr bwMode="auto">
          <a:xfrm>
            <a:off x="5230368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824299" name="Oval 338"/>
          <p:cNvSpPr/>
          <p:nvPr/>
        </p:nvSpPr>
        <p:spPr bwMode="auto">
          <a:xfrm>
            <a:off x="5230368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7773500" name="Oval 339"/>
          <p:cNvSpPr/>
          <p:nvPr/>
        </p:nvSpPr>
        <p:spPr bwMode="auto">
          <a:xfrm>
            <a:off x="5230368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5394976" name="Oval 340"/>
          <p:cNvSpPr/>
          <p:nvPr/>
        </p:nvSpPr>
        <p:spPr bwMode="auto">
          <a:xfrm>
            <a:off x="5230368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0735801" name="Oval 341"/>
          <p:cNvSpPr/>
          <p:nvPr/>
        </p:nvSpPr>
        <p:spPr bwMode="auto">
          <a:xfrm>
            <a:off x="5230368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5283025" name="Oval 342"/>
          <p:cNvSpPr/>
          <p:nvPr/>
        </p:nvSpPr>
        <p:spPr bwMode="auto">
          <a:xfrm>
            <a:off x="5522976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6882093" name="Oval 343"/>
          <p:cNvSpPr/>
          <p:nvPr/>
        </p:nvSpPr>
        <p:spPr bwMode="auto">
          <a:xfrm>
            <a:off x="5522976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8143993" name="Oval 344"/>
          <p:cNvSpPr/>
          <p:nvPr/>
        </p:nvSpPr>
        <p:spPr bwMode="auto">
          <a:xfrm>
            <a:off x="5522976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5264901" name="Oval 345"/>
          <p:cNvSpPr/>
          <p:nvPr/>
        </p:nvSpPr>
        <p:spPr bwMode="auto">
          <a:xfrm>
            <a:off x="5522976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3339103" name="Oval 346"/>
          <p:cNvSpPr/>
          <p:nvPr/>
        </p:nvSpPr>
        <p:spPr bwMode="auto">
          <a:xfrm>
            <a:off x="5522976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3446331" name="Oval 347"/>
          <p:cNvSpPr/>
          <p:nvPr/>
        </p:nvSpPr>
        <p:spPr bwMode="auto">
          <a:xfrm>
            <a:off x="5522976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0524089" name="Oval 348"/>
          <p:cNvSpPr/>
          <p:nvPr/>
        </p:nvSpPr>
        <p:spPr bwMode="auto">
          <a:xfrm>
            <a:off x="5522976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8996476" name="Oval 349"/>
          <p:cNvSpPr/>
          <p:nvPr/>
        </p:nvSpPr>
        <p:spPr bwMode="auto">
          <a:xfrm>
            <a:off x="5522976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1073503" name="Oval 350"/>
          <p:cNvSpPr/>
          <p:nvPr/>
        </p:nvSpPr>
        <p:spPr bwMode="auto">
          <a:xfrm>
            <a:off x="5522976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9678350" name="Oval 351"/>
          <p:cNvSpPr/>
          <p:nvPr/>
        </p:nvSpPr>
        <p:spPr bwMode="auto">
          <a:xfrm>
            <a:off x="5522976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401663" name="Oval 352"/>
          <p:cNvSpPr/>
          <p:nvPr/>
        </p:nvSpPr>
        <p:spPr bwMode="auto">
          <a:xfrm>
            <a:off x="5522976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3127133" name="Oval 353"/>
          <p:cNvSpPr/>
          <p:nvPr/>
        </p:nvSpPr>
        <p:spPr bwMode="auto">
          <a:xfrm>
            <a:off x="5522976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5058763" name="Oval 354"/>
          <p:cNvSpPr/>
          <p:nvPr/>
        </p:nvSpPr>
        <p:spPr bwMode="auto">
          <a:xfrm>
            <a:off x="5522976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7162714" name="Oval 355"/>
          <p:cNvSpPr/>
          <p:nvPr/>
        </p:nvSpPr>
        <p:spPr bwMode="auto">
          <a:xfrm>
            <a:off x="5522976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520857" name="Oval 356"/>
          <p:cNvSpPr/>
          <p:nvPr/>
        </p:nvSpPr>
        <p:spPr bwMode="auto">
          <a:xfrm>
            <a:off x="5522976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8223422" name="Oval 357"/>
          <p:cNvSpPr/>
          <p:nvPr/>
        </p:nvSpPr>
        <p:spPr bwMode="auto">
          <a:xfrm>
            <a:off x="5522976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4919498" name="Oval 358"/>
          <p:cNvSpPr/>
          <p:nvPr/>
        </p:nvSpPr>
        <p:spPr bwMode="auto">
          <a:xfrm>
            <a:off x="5522976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926580" name="Oval 359"/>
          <p:cNvSpPr/>
          <p:nvPr/>
        </p:nvSpPr>
        <p:spPr bwMode="auto">
          <a:xfrm>
            <a:off x="5522976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5963666" name="Oval 360"/>
          <p:cNvSpPr/>
          <p:nvPr/>
        </p:nvSpPr>
        <p:spPr bwMode="auto">
          <a:xfrm>
            <a:off x="5522976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6985699" name="Oval 361"/>
          <p:cNvSpPr/>
          <p:nvPr/>
        </p:nvSpPr>
        <p:spPr bwMode="auto">
          <a:xfrm>
            <a:off x="5522976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7549531" name="Oval 362"/>
          <p:cNvSpPr/>
          <p:nvPr/>
        </p:nvSpPr>
        <p:spPr bwMode="auto">
          <a:xfrm>
            <a:off x="5815584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7372067" name="Oval 363"/>
          <p:cNvSpPr/>
          <p:nvPr/>
        </p:nvSpPr>
        <p:spPr bwMode="auto">
          <a:xfrm>
            <a:off x="5815584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9619988" name="Oval 364"/>
          <p:cNvSpPr/>
          <p:nvPr/>
        </p:nvSpPr>
        <p:spPr bwMode="auto">
          <a:xfrm>
            <a:off x="5815584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7016876" name="Oval 365"/>
          <p:cNvSpPr/>
          <p:nvPr/>
        </p:nvSpPr>
        <p:spPr bwMode="auto">
          <a:xfrm>
            <a:off x="5815584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0643752" name="Oval 366"/>
          <p:cNvSpPr/>
          <p:nvPr/>
        </p:nvSpPr>
        <p:spPr bwMode="auto">
          <a:xfrm>
            <a:off x="5815584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6831223" name="Oval 367"/>
          <p:cNvSpPr/>
          <p:nvPr/>
        </p:nvSpPr>
        <p:spPr bwMode="auto">
          <a:xfrm>
            <a:off x="5815584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0265108" name="Oval 368"/>
          <p:cNvSpPr/>
          <p:nvPr/>
        </p:nvSpPr>
        <p:spPr bwMode="auto">
          <a:xfrm>
            <a:off x="5815584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6341130" name="Oval 369"/>
          <p:cNvSpPr/>
          <p:nvPr/>
        </p:nvSpPr>
        <p:spPr bwMode="auto">
          <a:xfrm>
            <a:off x="5815584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922779" name="Oval 370"/>
          <p:cNvSpPr/>
          <p:nvPr/>
        </p:nvSpPr>
        <p:spPr bwMode="auto">
          <a:xfrm>
            <a:off x="5815584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2333097" name="Oval 371"/>
          <p:cNvSpPr/>
          <p:nvPr/>
        </p:nvSpPr>
        <p:spPr bwMode="auto">
          <a:xfrm>
            <a:off x="5815584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7367069" name="Oval 372"/>
          <p:cNvSpPr/>
          <p:nvPr/>
        </p:nvSpPr>
        <p:spPr bwMode="auto">
          <a:xfrm>
            <a:off x="5815584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211896" name="Oval 373"/>
          <p:cNvSpPr/>
          <p:nvPr/>
        </p:nvSpPr>
        <p:spPr bwMode="auto">
          <a:xfrm>
            <a:off x="5815584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8773553" name="Oval 374"/>
          <p:cNvSpPr/>
          <p:nvPr/>
        </p:nvSpPr>
        <p:spPr bwMode="auto">
          <a:xfrm>
            <a:off x="5815584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7244709" name="Oval 375"/>
          <p:cNvSpPr/>
          <p:nvPr/>
        </p:nvSpPr>
        <p:spPr bwMode="auto">
          <a:xfrm>
            <a:off x="5815584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9737019" name="Oval 376"/>
          <p:cNvSpPr/>
          <p:nvPr/>
        </p:nvSpPr>
        <p:spPr bwMode="auto">
          <a:xfrm>
            <a:off x="5815584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230031" name="Oval 377"/>
          <p:cNvSpPr/>
          <p:nvPr/>
        </p:nvSpPr>
        <p:spPr bwMode="auto">
          <a:xfrm>
            <a:off x="5815584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5011470" name="Oval 378"/>
          <p:cNvSpPr/>
          <p:nvPr/>
        </p:nvSpPr>
        <p:spPr bwMode="auto">
          <a:xfrm>
            <a:off x="5815584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1245409" name="Oval 379"/>
          <p:cNvSpPr/>
          <p:nvPr/>
        </p:nvSpPr>
        <p:spPr bwMode="auto">
          <a:xfrm>
            <a:off x="5815584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7975799" name="Oval 380"/>
          <p:cNvSpPr/>
          <p:nvPr/>
        </p:nvSpPr>
        <p:spPr bwMode="auto">
          <a:xfrm>
            <a:off x="5815584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4536713" name="Oval 381"/>
          <p:cNvSpPr/>
          <p:nvPr/>
        </p:nvSpPr>
        <p:spPr bwMode="auto">
          <a:xfrm>
            <a:off x="5815584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5539291" name="Oval 382"/>
          <p:cNvSpPr/>
          <p:nvPr/>
        </p:nvSpPr>
        <p:spPr bwMode="auto">
          <a:xfrm>
            <a:off x="6108192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9674483" name="Oval 383"/>
          <p:cNvSpPr/>
          <p:nvPr/>
        </p:nvSpPr>
        <p:spPr bwMode="auto">
          <a:xfrm>
            <a:off x="6108192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9770549" name="Oval 384"/>
          <p:cNvSpPr/>
          <p:nvPr/>
        </p:nvSpPr>
        <p:spPr bwMode="auto">
          <a:xfrm>
            <a:off x="6108192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5104589" name="Oval 385"/>
          <p:cNvSpPr/>
          <p:nvPr/>
        </p:nvSpPr>
        <p:spPr bwMode="auto">
          <a:xfrm>
            <a:off x="6108192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3439035" name="Oval 386"/>
          <p:cNvSpPr/>
          <p:nvPr/>
        </p:nvSpPr>
        <p:spPr bwMode="auto">
          <a:xfrm>
            <a:off x="6108192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6652830" name="Oval 387"/>
          <p:cNvSpPr/>
          <p:nvPr/>
        </p:nvSpPr>
        <p:spPr bwMode="auto">
          <a:xfrm>
            <a:off x="6108192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0118448" name="Oval 388"/>
          <p:cNvSpPr/>
          <p:nvPr/>
        </p:nvSpPr>
        <p:spPr bwMode="auto">
          <a:xfrm>
            <a:off x="6108192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1097612" name="Oval 389"/>
          <p:cNvSpPr/>
          <p:nvPr/>
        </p:nvSpPr>
        <p:spPr bwMode="auto">
          <a:xfrm>
            <a:off x="6108192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1031924" name="Oval 390"/>
          <p:cNvSpPr/>
          <p:nvPr/>
        </p:nvSpPr>
        <p:spPr bwMode="auto">
          <a:xfrm>
            <a:off x="6108192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4503482" name="Oval 391"/>
          <p:cNvSpPr/>
          <p:nvPr/>
        </p:nvSpPr>
        <p:spPr bwMode="auto">
          <a:xfrm>
            <a:off x="6108192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9509555" name="Oval 392"/>
          <p:cNvSpPr/>
          <p:nvPr/>
        </p:nvSpPr>
        <p:spPr bwMode="auto">
          <a:xfrm>
            <a:off x="6108192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260255" name="Oval 393"/>
          <p:cNvSpPr/>
          <p:nvPr/>
        </p:nvSpPr>
        <p:spPr bwMode="auto">
          <a:xfrm>
            <a:off x="6108192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9129921" name="Oval 394"/>
          <p:cNvSpPr/>
          <p:nvPr/>
        </p:nvSpPr>
        <p:spPr bwMode="auto">
          <a:xfrm>
            <a:off x="6108192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5191139" name="Oval 395"/>
          <p:cNvSpPr/>
          <p:nvPr/>
        </p:nvSpPr>
        <p:spPr bwMode="auto">
          <a:xfrm>
            <a:off x="6108192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3482297" name="Oval 396"/>
          <p:cNvSpPr/>
          <p:nvPr/>
        </p:nvSpPr>
        <p:spPr bwMode="auto">
          <a:xfrm>
            <a:off x="6108192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4451829" name="Oval 397"/>
          <p:cNvSpPr/>
          <p:nvPr/>
        </p:nvSpPr>
        <p:spPr bwMode="auto">
          <a:xfrm>
            <a:off x="6108192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8044965" name="Oval 398"/>
          <p:cNvSpPr/>
          <p:nvPr/>
        </p:nvSpPr>
        <p:spPr bwMode="auto">
          <a:xfrm>
            <a:off x="6108192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663256" name="Oval 399"/>
          <p:cNvSpPr/>
          <p:nvPr/>
        </p:nvSpPr>
        <p:spPr bwMode="auto">
          <a:xfrm>
            <a:off x="6108192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4160515" name="Oval 400"/>
          <p:cNvSpPr/>
          <p:nvPr/>
        </p:nvSpPr>
        <p:spPr bwMode="auto">
          <a:xfrm>
            <a:off x="6108192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80863" name="Oval 401"/>
          <p:cNvSpPr/>
          <p:nvPr/>
        </p:nvSpPr>
        <p:spPr bwMode="auto">
          <a:xfrm>
            <a:off x="6108192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0654821" name="Oval 402"/>
          <p:cNvSpPr/>
          <p:nvPr/>
        </p:nvSpPr>
        <p:spPr bwMode="auto">
          <a:xfrm>
            <a:off x="6400800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5328365" name="Oval 403"/>
          <p:cNvSpPr/>
          <p:nvPr/>
        </p:nvSpPr>
        <p:spPr bwMode="auto">
          <a:xfrm>
            <a:off x="6400800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7519565" name="Oval 404"/>
          <p:cNvSpPr/>
          <p:nvPr/>
        </p:nvSpPr>
        <p:spPr bwMode="auto">
          <a:xfrm>
            <a:off x="6400800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6041756" name="Oval 405"/>
          <p:cNvSpPr/>
          <p:nvPr/>
        </p:nvSpPr>
        <p:spPr bwMode="auto">
          <a:xfrm>
            <a:off x="6400800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9164772" name="Oval 406"/>
          <p:cNvSpPr/>
          <p:nvPr/>
        </p:nvSpPr>
        <p:spPr bwMode="auto">
          <a:xfrm>
            <a:off x="6400800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1287841" name="Oval 407"/>
          <p:cNvSpPr/>
          <p:nvPr/>
        </p:nvSpPr>
        <p:spPr bwMode="auto">
          <a:xfrm>
            <a:off x="6400800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3427855" name="Oval 408"/>
          <p:cNvSpPr/>
          <p:nvPr/>
        </p:nvSpPr>
        <p:spPr bwMode="auto">
          <a:xfrm>
            <a:off x="6400800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1296678" name="Oval 409"/>
          <p:cNvSpPr/>
          <p:nvPr/>
        </p:nvSpPr>
        <p:spPr bwMode="auto">
          <a:xfrm>
            <a:off x="6400800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757978" name="Oval 410"/>
          <p:cNvSpPr/>
          <p:nvPr/>
        </p:nvSpPr>
        <p:spPr bwMode="auto">
          <a:xfrm>
            <a:off x="6400800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3113393" name="Oval 411"/>
          <p:cNvSpPr/>
          <p:nvPr/>
        </p:nvSpPr>
        <p:spPr bwMode="auto">
          <a:xfrm>
            <a:off x="6400800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8967322" name="Oval 412"/>
          <p:cNvSpPr/>
          <p:nvPr/>
        </p:nvSpPr>
        <p:spPr bwMode="auto">
          <a:xfrm>
            <a:off x="6400800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0286808" name="Oval 413"/>
          <p:cNvSpPr/>
          <p:nvPr/>
        </p:nvSpPr>
        <p:spPr bwMode="auto">
          <a:xfrm>
            <a:off x="6400800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9918939" name="Oval 414"/>
          <p:cNvSpPr/>
          <p:nvPr/>
        </p:nvSpPr>
        <p:spPr bwMode="auto">
          <a:xfrm>
            <a:off x="6400800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7375796" name="Oval 415"/>
          <p:cNvSpPr/>
          <p:nvPr/>
        </p:nvSpPr>
        <p:spPr bwMode="auto">
          <a:xfrm>
            <a:off x="6400800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8309287" name="Oval 416"/>
          <p:cNvSpPr/>
          <p:nvPr/>
        </p:nvSpPr>
        <p:spPr bwMode="auto">
          <a:xfrm>
            <a:off x="6400800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899" name="Oval 417"/>
          <p:cNvSpPr/>
          <p:nvPr/>
        </p:nvSpPr>
        <p:spPr bwMode="auto">
          <a:xfrm>
            <a:off x="6400800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167222" name="Oval 418"/>
          <p:cNvSpPr/>
          <p:nvPr/>
        </p:nvSpPr>
        <p:spPr bwMode="auto">
          <a:xfrm>
            <a:off x="6400800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63391" name="Oval 419"/>
          <p:cNvSpPr/>
          <p:nvPr/>
        </p:nvSpPr>
        <p:spPr bwMode="auto">
          <a:xfrm>
            <a:off x="6400800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5070535" name="Oval 420"/>
          <p:cNvSpPr/>
          <p:nvPr/>
        </p:nvSpPr>
        <p:spPr bwMode="auto">
          <a:xfrm>
            <a:off x="6400800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9911975" name="Oval 421"/>
          <p:cNvSpPr/>
          <p:nvPr/>
        </p:nvSpPr>
        <p:spPr bwMode="auto">
          <a:xfrm>
            <a:off x="6400800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8333732" name="Oval 422"/>
          <p:cNvSpPr/>
          <p:nvPr/>
        </p:nvSpPr>
        <p:spPr bwMode="auto">
          <a:xfrm>
            <a:off x="6693408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4326649" name="Oval 423"/>
          <p:cNvSpPr/>
          <p:nvPr/>
        </p:nvSpPr>
        <p:spPr bwMode="auto">
          <a:xfrm>
            <a:off x="6693408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1199580" name="Oval 424"/>
          <p:cNvSpPr/>
          <p:nvPr/>
        </p:nvSpPr>
        <p:spPr bwMode="auto">
          <a:xfrm>
            <a:off x="6693408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3695403" name="Oval 425"/>
          <p:cNvSpPr/>
          <p:nvPr/>
        </p:nvSpPr>
        <p:spPr bwMode="auto">
          <a:xfrm>
            <a:off x="6693408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15032" name="Oval 426"/>
          <p:cNvSpPr/>
          <p:nvPr/>
        </p:nvSpPr>
        <p:spPr bwMode="auto">
          <a:xfrm>
            <a:off x="6693408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2685979" name="Oval 427"/>
          <p:cNvSpPr/>
          <p:nvPr/>
        </p:nvSpPr>
        <p:spPr bwMode="auto">
          <a:xfrm>
            <a:off x="6693408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8779913" name="Oval 428"/>
          <p:cNvSpPr/>
          <p:nvPr/>
        </p:nvSpPr>
        <p:spPr bwMode="auto">
          <a:xfrm>
            <a:off x="6693408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9330108" name="Oval 429"/>
          <p:cNvSpPr/>
          <p:nvPr/>
        </p:nvSpPr>
        <p:spPr bwMode="auto">
          <a:xfrm>
            <a:off x="6693408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5825214" name="Oval 430"/>
          <p:cNvSpPr/>
          <p:nvPr/>
        </p:nvSpPr>
        <p:spPr bwMode="auto">
          <a:xfrm>
            <a:off x="6693408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8884769" name="Oval 431"/>
          <p:cNvSpPr/>
          <p:nvPr/>
        </p:nvSpPr>
        <p:spPr bwMode="auto">
          <a:xfrm>
            <a:off x="6693408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3427474" name="Oval 432"/>
          <p:cNvSpPr/>
          <p:nvPr/>
        </p:nvSpPr>
        <p:spPr bwMode="auto">
          <a:xfrm>
            <a:off x="6693408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7871033" name="Oval 433"/>
          <p:cNvSpPr/>
          <p:nvPr/>
        </p:nvSpPr>
        <p:spPr bwMode="auto">
          <a:xfrm>
            <a:off x="6693408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449186" name="Oval 434"/>
          <p:cNvSpPr/>
          <p:nvPr/>
        </p:nvSpPr>
        <p:spPr bwMode="auto">
          <a:xfrm>
            <a:off x="6693408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0799257" name="Oval 435"/>
          <p:cNvSpPr/>
          <p:nvPr/>
        </p:nvSpPr>
        <p:spPr bwMode="auto">
          <a:xfrm>
            <a:off x="6693408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8840877" name="Oval 436"/>
          <p:cNvSpPr/>
          <p:nvPr/>
        </p:nvSpPr>
        <p:spPr bwMode="auto">
          <a:xfrm>
            <a:off x="6693408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0175729" name="Oval 437"/>
          <p:cNvSpPr/>
          <p:nvPr/>
        </p:nvSpPr>
        <p:spPr bwMode="auto">
          <a:xfrm>
            <a:off x="6693408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0622511" name="Oval 438"/>
          <p:cNvSpPr/>
          <p:nvPr/>
        </p:nvSpPr>
        <p:spPr bwMode="auto">
          <a:xfrm>
            <a:off x="6693408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0576672" name="Oval 439"/>
          <p:cNvSpPr/>
          <p:nvPr/>
        </p:nvSpPr>
        <p:spPr bwMode="auto">
          <a:xfrm>
            <a:off x="6693408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9006969" name="Oval 440"/>
          <p:cNvSpPr/>
          <p:nvPr/>
        </p:nvSpPr>
        <p:spPr bwMode="auto">
          <a:xfrm>
            <a:off x="6693408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6789443" name="Oval 441"/>
          <p:cNvSpPr/>
          <p:nvPr/>
        </p:nvSpPr>
        <p:spPr bwMode="auto">
          <a:xfrm>
            <a:off x="6693408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0529614" name="Oval 442"/>
          <p:cNvSpPr/>
          <p:nvPr/>
        </p:nvSpPr>
        <p:spPr bwMode="auto">
          <a:xfrm>
            <a:off x="6986016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6834233" name="Oval 443"/>
          <p:cNvSpPr/>
          <p:nvPr/>
        </p:nvSpPr>
        <p:spPr bwMode="auto">
          <a:xfrm>
            <a:off x="6986016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4143607" name="Oval 444"/>
          <p:cNvSpPr/>
          <p:nvPr/>
        </p:nvSpPr>
        <p:spPr bwMode="auto">
          <a:xfrm>
            <a:off x="6986016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0734793" name="Oval 445"/>
          <p:cNvSpPr/>
          <p:nvPr/>
        </p:nvSpPr>
        <p:spPr bwMode="auto">
          <a:xfrm>
            <a:off x="6986016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494104" name="Oval 446"/>
          <p:cNvSpPr/>
          <p:nvPr/>
        </p:nvSpPr>
        <p:spPr bwMode="auto">
          <a:xfrm>
            <a:off x="6986016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4177799" name="Oval 447"/>
          <p:cNvSpPr/>
          <p:nvPr/>
        </p:nvSpPr>
        <p:spPr bwMode="auto">
          <a:xfrm>
            <a:off x="6986016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3252787" name="Oval 448"/>
          <p:cNvSpPr/>
          <p:nvPr/>
        </p:nvSpPr>
        <p:spPr bwMode="auto">
          <a:xfrm>
            <a:off x="6986016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922283" name="Oval 449"/>
          <p:cNvSpPr/>
          <p:nvPr/>
        </p:nvSpPr>
        <p:spPr bwMode="auto">
          <a:xfrm>
            <a:off x="6986016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0627699" name="Oval 450"/>
          <p:cNvSpPr/>
          <p:nvPr/>
        </p:nvSpPr>
        <p:spPr bwMode="auto">
          <a:xfrm>
            <a:off x="6986016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6927236" name="Oval 451"/>
          <p:cNvSpPr/>
          <p:nvPr/>
        </p:nvSpPr>
        <p:spPr bwMode="auto">
          <a:xfrm>
            <a:off x="6986016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675209" name="Oval 452"/>
          <p:cNvSpPr/>
          <p:nvPr/>
        </p:nvSpPr>
        <p:spPr bwMode="auto">
          <a:xfrm>
            <a:off x="6986016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2263461" name="Oval 453"/>
          <p:cNvSpPr/>
          <p:nvPr/>
        </p:nvSpPr>
        <p:spPr bwMode="auto">
          <a:xfrm>
            <a:off x="6986016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7676897" name="Oval 454"/>
          <p:cNvSpPr/>
          <p:nvPr/>
        </p:nvSpPr>
        <p:spPr bwMode="auto">
          <a:xfrm>
            <a:off x="6986016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3947339" name="Oval 455"/>
          <p:cNvSpPr/>
          <p:nvPr/>
        </p:nvSpPr>
        <p:spPr bwMode="auto">
          <a:xfrm>
            <a:off x="6986016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8674884" name="Oval 456"/>
          <p:cNvSpPr/>
          <p:nvPr/>
        </p:nvSpPr>
        <p:spPr bwMode="auto">
          <a:xfrm>
            <a:off x="6986016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160048" name="Oval 457"/>
          <p:cNvSpPr/>
          <p:nvPr/>
        </p:nvSpPr>
        <p:spPr bwMode="auto">
          <a:xfrm>
            <a:off x="6986016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2647249" name="Oval 458"/>
          <p:cNvSpPr/>
          <p:nvPr/>
        </p:nvSpPr>
        <p:spPr bwMode="auto">
          <a:xfrm>
            <a:off x="6986016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9915290" name="Oval 459"/>
          <p:cNvSpPr/>
          <p:nvPr/>
        </p:nvSpPr>
        <p:spPr bwMode="auto">
          <a:xfrm>
            <a:off x="6986016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9059335" name="Oval 460"/>
          <p:cNvSpPr/>
          <p:nvPr/>
        </p:nvSpPr>
        <p:spPr bwMode="auto">
          <a:xfrm>
            <a:off x="6986016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3180516" name="Oval 461"/>
          <p:cNvSpPr/>
          <p:nvPr/>
        </p:nvSpPr>
        <p:spPr bwMode="auto">
          <a:xfrm>
            <a:off x="6986016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1971657" name="Oval 462"/>
          <p:cNvSpPr/>
          <p:nvPr/>
        </p:nvSpPr>
        <p:spPr bwMode="auto">
          <a:xfrm>
            <a:off x="7278624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3047989" name="Oval 463"/>
          <p:cNvSpPr/>
          <p:nvPr/>
        </p:nvSpPr>
        <p:spPr bwMode="auto">
          <a:xfrm>
            <a:off x="7278624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2309788" name="Oval 464"/>
          <p:cNvSpPr/>
          <p:nvPr/>
        </p:nvSpPr>
        <p:spPr bwMode="auto">
          <a:xfrm>
            <a:off x="7278624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960511" name="Oval 465"/>
          <p:cNvSpPr/>
          <p:nvPr/>
        </p:nvSpPr>
        <p:spPr bwMode="auto">
          <a:xfrm>
            <a:off x="7278624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388761" name="Oval 466"/>
          <p:cNvSpPr/>
          <p:nvPr/>
        </p:nvSpPr>
        <p:spPr bwMode="auto">
          <a:xfrm>
            <a:off x="7278624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5029356" name="Oval 467"/>
          <p:cNvSpPr/>
          <p:nvPr/>
        </p:nvSpPr>
        <p:spPr bwMode="auto">
          <a:xfrm>
            <a:off x="7278624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5863705" name="Oval 468"/>
          <p:cNvSpPr/>
          <p:nvPr/>
        </p:nvSpPr>
        <p:spPr bwMode="auto">
          <a:xfrm>
            <a:off x="7278624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4031868" name="Oval 469"/>
          <p:cNvSpPr/>
          <p:nvPr/>
        </p:nvSpPr>
        <p:spPr bwMode="auto">
          <a:xfrm>
            <a:off x="7278624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07221" name="Oval 470"/>
          <p:cNvSpPr/>
          <p:nvPr/>
        </p:nvSpPr>
        <p:spPr bwMode="auto">
          <a:xfrm>
            <a:off x="7278624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2504558" name="Oval 471"/>
          <p:cNvSpPr/>
          <p:nvPr/>
        </p:nvSpPr>
        <p:spPr bwMode="auto">
          <a:xfrm>
            <a:off x="7278624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5491895" name="Oval 472"/>
          <p:cNvSpPr/>
          <p:nvPr/>
        </p:nvSpPr>
        <p:spPr bwMode="auto">
          <a:xfrm>
            <a:off x="7278624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536816" name="Oval 473"/>
          <p:cNvSpPr/>
          <p:nvPr/>
        </p:nvSpPr>
        <p:spPr bwMode="auto">
          <a:xfrm>
            <a:off x="7278624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9282132" name="Oval 474"/>
          <p:cNvSpPr/>
          <p:nvPr/>
        </p:nvSpPr>
        <p:spPr bwMode="auto">
          <a:xfrm>
            <a:off x="7278624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9746101" name="Oval 475"/>
          <p:cNvSpPr/>
          <p:nvPr/>
        </p:nvSpPr>
        <p:spPr bwMode="auto">
          <a:xfrm>
            <a:off x="7278624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2627338" name="Oval 476"/>
          <p:cNvSpPr/>
          <p:nvPr/>
        </p:nvSpPr>
        <p:spPr bwMode="auto">
          <a:xfrm>
            <a:off x="7278624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8551659" name="Oval 477"/>
          <p:cNvSpPr/>
          <p:nvPr/>
        </p:nvSpPr>
        <p:spPr bwMode="auto">
          <a:xfrm>
            <a:off x="7278624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021347" name="Oval 478"/>
          <p:cNvSpPr/>
          <p:nvPr/>
        </p:nvSpPr>
        <p:spPr bwMode="auto">
          <a:xfrm>
            <a:off x="7278624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7401395" name="Oval 479"/>
          <p:cNvSpPr/>
          <p:nvPr/>
        </p:nvSpPr>
        <p:spPr bwMode="auto">
          <a:xfrm>
            <a:off x="7278624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1434579" name="Oval 480"/>
          <p:cNvSpPr/>
          <p:nvPr/>
        </p:nvSpPr>
        <p:spPr bwMode="auto">
          <a:xfrm>
            <a:off x="7278624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6991689" name="Oval 481"/>
          <p:cNvSpPr/>
          <p:nvPr/>
        </p:nvSpPr>
        <p:spPr bwMode="auto">
          <a:xfrm>
            <a:off x="7278624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1585761" name="Oval 482"/>
          <p:cNvSpPr/>
          <p:nvPr/>
        </p:nvSpPr>
        <p:spPr bwMode="auto">
          <a:xfrm>
            <a:off x="7571232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4978362" name="Oval 483"/>
          <p:cNvSpPr/>
          <p:nvPr/>
        </p:nvSpPr>
        <p:spPr bwMode="auto">
          <a:xfrm>
            <a:off x="7571232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2794703" name="Oval 484"/>
          <p:cNvSpPr/>
          <p:nvPr/>
        </p:nvSpPr>
        <p:spPr bwMode="auto">
          <a:xfrm>
            <a:off x="7571232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2049987" name="Oval 485"/>
          <p:cNvSpPr/>
          <p:nvPr/>
        </p:nvSpPr>
        <p:spPr bwMode="auto">
          <a:xfrm>
            <a:off x="7571232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7358441" name="Oval 486"/>
          <p:cNvSpPr/>
          <p:nvPr/>
        </p:nvSpPr>
        <p:spPr bwMode="auto">
          <a:xfrm>
            <a:off x="7571232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7566346" name="Oval 487"/>
          <p:cNvSpPr/>
          <p:nvPr/>
        </p:nvSpPr>
        <p:spPr bwMode="auto">
          <a:xfrm>
            <a:off x="7571232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0018276" name="Oval 488"/>
          <p:cNvSpPr/>
          <p:nvPr/>
        </p:nvSpPr>
        <p:spPr bwMode="auto">
          <a:xfrm>
            <a:off x="7571232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7285047" name="Oval 489"/>
          <p:cNvSpPr/>
          <p:nvPr/>
        </p:nvSpPr>
        <p:spPr bwMode="auto">
          <a:xfrm>
            <a:off x="7571232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8977098" name="Oval 490"/>
          <p:cNvSpPr/>
          <p:nvPr/>
        </p:nvSpPr>
        <p:spPr bwMode="auto">
          <a:xfrm>
            <a:off x="7571232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7311950" name="Oval 491"/>
          <p:cNvSpPr/>
          <p:nvPr/>
        </p:nvSpPr>
        <p:spPr bwMode="auto">
          <a:xfrm>
            <a:off x="7571232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6105676" name="Oval 492"/>
          <p:cNvSpPr/>
          <p:nvPr/>
        </p:nvSpPr>
        <p:spPr bwMode="auto">
          <a:xfrm>
            <a:off x="7571232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5972577" name="Oval 493"/>
          <p:cNvSpPr/>
          <p:nvPr/>
        </p:nvSpPr>
        <p:spPr bwMode="auto">
          <a:xfrm>
            <a:off x="7571232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1427504" name="Oval 494"/>
          <p:cNvSpPr/>
          <p:nvPr/>
        </p:nvSpPr>
        <p:spPr bwMode="auto">
          <a:xfrm>
            <a:off x="7571232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1580537" name="Oval 495"/>
          <p:cNvSpPr/>
          <p:nvPr/>
        </p:nvSpPr>
        <p:spPr bwMode="auto">
          <a:xfrm>
            <a:off x="7571232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8007044" name="Oval 496"/>
          <p:cNvSpPr/>
          <p:nvPr/>
        </p:nvSpPr>
        <p:spPr bwMode="auto">
          <a:xfrm>
            <a:off x="7571232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3913979" name="Oval 497"/>
          <p:cNvSpPr/>
          <p:nvPr/>
        </p:nvSpPr>
        <p:spPr bwMode="auto">
          <a:xfrm>
            <a:off x="7571232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8398400" name="Oval 498"/>
          <p:cNvSpPr/>
          <p:nvPr/>
        </p:nvSpPr>
        <p:spPr bwMode="auto">
          <a:xfrm>
            <a:off x="7571232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5797571" name="Oval 499"/>
          <p:cNvSpPr/>
          <p:nvPr/>
        </p:nvSpPr>
        <p:spPr bwMode="auto">
          <a:xfrm>
            <a:off x="7571232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4234730" name="Oval 500"/>
          <p:cNvSpPr/>
          <p:nvPr/>
        </p:nvSpPr>
        <p:spPr bwMode="auto">
          <a:xfrm>
            <a:off x="7571232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4892186" name="Oval 501"/>
          <p:cNvSpPr/>
          <p:nvPr/>
        </p:nvSpPr>
        <p:spPr bwMode="auto">
          <a:xfrm>
            <a:off x="7571232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1225407" name="Oval 502"/>
          <p:cNvSpPr/>
          <p:nvPr/>
        </p:nvSpPr>
        <p:spPr bwMode="auto">
          <a:xfrm>
            <a:off x="7863840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2204603" name="Oval 503"/>
          <p:cNvSpPr/>
          <p:nvPr/>
        </p:nvSpPr>
        <p:spPr bwMode="auto">
          <a:xfrm>
            <a:off x="7863840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3968961" name="Oval 504"/>
          <p:cNvSpPr/>
          <p:nvPr/>
        </p:nvSpPr>
        <p:spPr bwMode="auto">
          <a:xfrm>
            <a:off x="7863840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8837467" name="Oval 505"/>
          <p:cNvSpPr/>
          <p:nvPr/>
        </p:nvSpPr>
        <p:spPr bwMode="auto">
          <a:xfrm>
            <a:off x="7863840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9302304" name="Oval 506"/>
          <p:cNvSpPr/>
          <p:nvPr/>
        </p:nvSpPr>
        <p:spPr bwMode="auto">
          <a:xfrm>
            <a:off x="7863840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6157409" name="Oval 507"/>
          <p:cNvSpPr/>
          <p:nvPr/>
        </p:nvSpPr>
        <p:spPr bwMode="auto">
          <a:xfrm>
            <a:off x="7863840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7810218" name="Oval 508"/>
          <p:cNvSpPr/>
          <p:nvPr/>
        </p:nvSpPr>
        <p:spPr bwMode="auto">
          <a:xfrm>
            <a:off x="7863840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3035941" name="Oval 509"/>
          <p:cNvSpPr/>
          <p:nvPr/>
        </p:nvSpPr>
        <p:spPr bwMode="auto">
          <a:xfrm>
            <a:off x="7863840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9100454" name="Oval 510"/>
          <p:cNvSpPr/>
          <p:nvPr/>
        </p:nvSpPr>
        <p:spPr bwMode="auto">
          <a:xfrm>
            <a:off x="7863840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3087727" name="Oval 511"/>
          <p:cNvSpPr/>
          <p:nvPr/>
        </p:nvSpPr>
        <p:spPr bwMode="auto">
          <a:xfrm>
            <a:off x="7863840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3129863" name="Oval 512"/>
          <p:cNvSpPr/>
          <p:nvPr/>
        </p:nvSpPr>
        <p:spPr bwMode="auto">
          <a:xfrm>
            <a:off x="7863840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0198843" name="Oval 513"/>
          <p:cNvSpPr/>
          <p:nvPr/>
        </p:nvSpPr>
        <p:spPr bwMode="auto">
          <a:xfrm>
            <a:off x="7863840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9678789" name="Oval 514"/>
          <p:cNvSpPr/>
          <p:nvPr/>
        </p:nvSpPr>
        <p:spPr bwMode="auto">
          <a:xfrm>
            <a:off x="7863840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6482629" name="Oval 515"/>
          <p:cNvSpPr/>
          <p:nvPr/>
        </p:nvSpPr>
        <p:spPr bwMode="auto">
          <a:xfrm>
            <a:off x="7863840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971975" name="Oval 516"/>
          <p:cNvSpPr/>
          <p:nvPr/>
        </p:nvSpPr>
        <p:spPr bwMode="auto">
          <a:xfrm>
            <a:off x="7863840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5109385" name="Oval 517"/>
          <p:cNvSpPr/>
          <p:nvPr/>
        </p:nvSpPr>
        <p:spPr bwMode="auto">
          <a:xfrm>
            <a:off x="7863840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5146184" name="Oval 518"/>
          <p:cNvSpPr/>
          <p:nvPr/>
        </p:nvSpPr>
        <p:spPr bwMode="auto">
          <a:xfrm>
            <a:off x="7863840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5500388" name="Oval 519"/>
          <p:cNvSpPr/>
          <p:nvPr/>
        </p:nvSpPr>
        <p:spPr bwMode="auto">
          <a:xfrm>
            <a:off x="7863840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8355716" name="Oval 520"/>
          <p:cNvSpPr/>
          <p:nvPr/>
        </p:nvSpPr>
        <p:spPr bwMode="auto">
          <a:xfrm>
            <a:off x="7863840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8571764" name="Oval 521"/>
          <p:cNvSpPr/>
          <p:nvPr/>
        </p:nvSpPr>
        <p:spPr bwMode="auto">
          <a:xfrm>
            <a:off x="7863840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5745998" name="Oval 522"/>
          <p:cNvSpPr/>
          <p:nvPr/>
        </p:nvSpPr>
        <p:spPr bwMode="auto">
          <a:xfrm>
            <a:off x="8156448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0523544" name="Oval 523"/>
          <p:cNvSpPr/>
          <p:nvPr/>
        </p:nvSpPr>
        <p:spPr bwMode="auto">
          <a:xfrm>
            <a:off x="8156448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4490429" name="Oval 524"/>
          <p:cNvSpPr/>
          <p:nvPr/>
        </p:nvSpPr>
        <p:spPr bwMode="auto">
          <a:xfrm>
            <a:off x="8156448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7427083" name="Oval 525"/>
          <p:cNvSpPr/>
          <p:nvPr/>
        </p:nvSpPr>
        <p:spPr bwMode="auto">
          <a:xfrm>
            <a:off x="8156448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6819308" name="Oval 526"/>
          <p:cNvSpPr/>
          <p:nvPr/>
        </p:nvSpPr>
        <p:spPr bwMode="auto">
          <a:xfrm>
            <a:off x="8156448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1618908" name="Oval 527"/>
          <p:cNvSpPr/>
          <p:nvPr/>
        </p:nvSpPr>
        <p:spPr bwMode="auto">
          <a:xfrm>
            <a:off x="8156448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6464427" name="Oval 528"/>
          <p:cNvSpPr/>
          <p:nvPr/>
        </p:nvSpPr>
        <p:spPr bwMode="auto">
          <a:xfrm>
            <a:off x="8156448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8716747" name="Oval 529"/>
          <p:cNvSpPr/>
          <p:nvPr/>
        </p:nvSpPr>
        <p:spPr bwMode="auto">
          <a:xfrm>
            <a:off x="8156448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1590060" name="Oval 530"/>
          <p:cNvSpPr/>
          <p:nvPr/>
        </p:nvSpPr>
        <p:spPr bwMode="auto">
          <a:xfrm>
            <a:off x="8156448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8828574" name="Oval 531"/>
          <p:cNvSpPr/>
          <p:nvPr/>
        </p:nvSpPr>
        <p:spPr bwMode="auto">
          <a:xfrm>
            <a:off x="8156448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1210765" name="Oval 532"/>
          <p:cNvSpPr/>
          <p:nvPr/>
        </p:nvSpPr>
        <p:spPr bwMode="auto">
          <a:xfrm>
            <a:off x="8156448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6481448" name="Oval 533"/>
          <p:cNvSpPr/>
          <p:nvPr/>
        </p:nvSpPr>
        <p:spPr bwMode="auto">
          <a:xfrm>
            <a:off x="8156448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1842528" name="Oval 534"/>
          <p:cNvSpPr/>
          <p:nvPr/>
        </p:nvSpPr>
        <p:spPr bwMode="auto">
          <a:xfrm>
            <a:off x="8156448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3540850" name="Oval 535"/>
          <p:cNvSpPr/>
          <p:nvPr/>
        </p:nvSpPr>
        <p:spPr bwMode="auto">
          <a:xfrm>
            <a:off x="8156448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6606422" name="Oval 536"/>
          <p:cNvSpPr/>
          <p:nvPr/>
        </p:nvSpPr>
        <p:spPr bwMode="auto">
          <a:xfrm>
            <a:off x="8156448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8628400" name="Oval 537"/>
          <p:cNvSpPr/>
          <p:nvPr/>
        </p:nvSpPr>
        <p:spPr bwMode="auto">
          <a:xfrm>
            <a:off x="8156448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219391" name="Oval 538"/>
          <p:cNvSpPr/>
          <p:nvPr/>
        </p:nvSpPr>
        <p:spPr bwMode="auto">
          <a:xfrm>
            <a:off x="8156448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3448943" name="Oval 539"/>
          <p:cNvSpPr/>
          <p:nvPr/>
        </p:nvSpPr>
        <p:spPr bwMode="auto">
          <a:xfrm>
            <a:off x="8156448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0164267" name="Oval 540"/>
          <p:cNvSpPr/>
          <p:nvPr/>
        </p:nvSpPr>
        <p:spPr bwMode="auto">
          <a:xfrm>
            <a:off x="8156448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6019430" name="Oval 541"/>
          <p:cNvSpPr/>
          <p:nvPr/>
        </p:nvSpPr>
        <p:spPr bwMode="auto">
          <a:xfrm>
            <a:off x="8156448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1641587" name="Oval 542"/>
          <p:cNvSpPr/>
          <p:nvPr/>
        </p:nvSpPr>
        <p:spPr bwMode="auto">
          <a:xfrm>
            <a:off x="8449056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2388728" name="Oval 543"/>
          <p:cNvSpPr/>
          <p:nvPr/>
        </p:nvSpPr>
        <p:spPr bwMode="auto">
          <a:xfrm>
            <a:off x="8449056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5062015" name="Oval 544"/>
          <p:cNvSpPr/>
          <p:nvPr/>
        </p:nvSpPr>
        <p:spPr bwMode="auto">
          <a:xfrm>
            <a:off x="8449056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4974199" name="Oval 545"/>
          <p:cNvSpPr/>
          <p:nvPr/>
        </p:nvSpPr>
        <p:spPr bwMode="auto">
          <a:xfrm>
            <a:off x="8449056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4877962" name="Oval 546"/>
          <p:cNvSpPr/>
          <p:nvPr/>
        </p:nvSpPr>
        <p:spPr bwMode="auto">
          <a:xfrm>
            <a:off x="8449056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3104087" name="Oval 547"/>
          <p:cNvSpPr/>
          <p:nvPr/>
        </p:nvSpPr>
        <p:spPr bwMode="auto">
          <a:xfrm>
            <a:off x="8449056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28998" name="Oval 548"/>
          <p:cNvSpPr/>
          <p:nvPr/>
        </p:nvSpPr>
        <p:spPr bwMode="auto">
          <a:xfrm>
            <a:off x="8449056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7716335" name="Oval 549"/>
          <p:cNvSpPr/>
          <p:nvPr/>
        </p:nvSpPr>
        <p:spPr bwMode="auto">
          <a:xfrm>
            <a:off x="8449056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2141735" name="Oval 550"/>
          <p:cNvSpPr/>
          <p:nvPr/>
        </p:nvSpPr>
        <p:spPr bwMode="auto">
          <a:xfrm>
            <a:off x="8449056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9747139" name="Oval 551"/>
          <p:cNvSpPr/>
          <p:nvPr/>
        </p:nvSpPr>
        <p:spPr bwMode="auto">
          <a:xfrm>
            <a:off x="8449056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3075279" name="Oval 552"/>
          <p:cNvSpPr/>
          <p:nvPr/>
        </p:nvSpPr>
        <p:spPr bwMode="auto">
          <a:xfrm>
            <a:off x="8449056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258905" name="Oval 553"/>
          <p:cNvSpPr/>
          <p:nvPr/>
        </p:nvSpPr>
        <p:spPr bwMode="auto">
          <a:xfrm>
            <a:off x="8449056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0521544" name="Oval 554"/>
          <p:cNvSpPr/>
          <p:nvPr/>
        </p:nvSpPr>
        <p:spPr bwMode="auto">
          <a:xfrm>
            <a:off x="8449056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5974012" name="Oval 555"/>
          <p:cNvSpPr/>
          <p:nvPr/>
        </p:nvSpPr>
        <p:spPr bwMode="auto">
          <a:xfrm>
            <a:off x="8449056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2611366" name="Oval 556"/>
          <p:cNvSpPr/>
          <p:nvPr/>
        </p:nvSpPr>
        <p:spPr bwMode="auto">
          <a:xfrm>
            <a:off x="8449056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3353081" name="Oval 557"/>
          <p:cNvSpPr/>
          <p:nvPr/>
        </p:nvSpPr>
        <p:spPr bwMode="auto">
          <a:xfrm>
            <a:off x="8449056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4435604" name="Oval 558"/>
          <p:cNvSpPr/>
          <p:nvPr/>
        </p:nvSpPr>
        <p:spPr bwMode="auto">
          <a:xfrm>
            <a:off x="8449056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4867715" name="Oval 559"/>
          <p:cNvSpPr/>
          <p:nvPr/>
        </p:nvSpPr>
        <p:spPr bwMode="auto">
          <a:xfrm>
            <a:off x="8449056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5917457" name="Oval 560"/>
          <p:cNvSpPr/>
          <p:nvPr/>
        </p:nvSpPr>
        <p:spPr bwMode="auto">
          <a:xfrm>
            <a:off x="8449056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5179838" name="Oval 561"/>
          <p:cNvSpPr/>
          <p:nvPr/>
        </p:nvSpPr>
        <p:spPr bwMode="auto">
          <a:xfrm>
            <a:off x="8449056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5287833" name="Oval 562"/>
          <p:cNvSpPr/>
          <p:nvPr/>
        </p:nvSpPr>
        <p:spPr bwMode="auto">
          <a:xfrm>
            <a:off x="8741664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7419754" name="Oval 563"/>
          <p:cNvSpPr/>
          <p:nvPr/>
        </p:nvSpPr>
        <p:spPr bwMode="auto">
          <a:xfrm>
            <a:off x="8741664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8830420" name="Oval 564"/>
          <p:cNvSpPr/>
          <p:nvPr/>
        </p:nvSpPr>
        <p:spPr bwMode="auto">
          <a:xfrm>
            <a:off x="8741664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9174849" name="Oval 565"/>
          <p:cNvSpPr/>
          <p:nvPr/>
        </p:nvSpPr>
        <p:spPr bwMode="auto">
          <a:xfrm>
            <a:off x="8741664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4289259" name="Oval 566"/>
          <p:cNvSpPr/>
          <p:nvPr/>
        </p:nvSpPr>
        <p:spPr bwMode="auto">
          <a:xfrm>
            <a:off x="8741664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9655236" name="Oval 567"/>
          <p:cNvSpPr/>
          <p:nvPr/>
        </p:nvSpPr>
        <p:spPr bwMode="auto">
          <a:xfrm>
            <a:off x="8741664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3736461" name="Oval 568"/>
          <p:cNvSpPr/>
          <p:nvPr/>
        </p:nvSpPr>
        <p:spPr bwMode="auto">
          <a:xfrm>
            <a:off x="8741664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2668764" name="Oval 569"/>
          <p:cNvSpPr/>
          <p:nvPr/>
        </p:nvSpPr>
        <p:spPr bwMode="auto">
          <a:xfrm>
            <a:off x="8741664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6399324" name="Oval 570"/>
          <p:cNvSpPr/>
          <p:nvPr/>
        </p:nvSpPr>
        <p:spPr bwMode="auto">
          <a:xfrm>
            <a:off x="8741664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8239156" name="Oval 571"/>
          <p:cNvSpPr/>
          <p:nvPr/>
        </p:nvSpPr>
        <p:spPr bwMode="auto">
          <a:xfrm>
            <a:off x="8741664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3088564" name="Oval 572"/>
          <p:cNvSpPr/>
          <p:nvPr/>
        </p:nvSpPr>
        <p:spPr bwMode="auto">
          <a:xfrm>
            <a:off x="8741664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049103" name="Oval 573"/>
          <p:cNvSpPr/>
          <p:nvPr/>
        </p:nvSpPr>
        <p:spPr bwMode="auto">
          <a:xfrm>
            <a:off x="8741664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2447064" name="Oval 574"/>
          <p:cNvSpPr/>
          <p:nvPr/>
        </p:nvSpPr>
        <p:spPr bwMode="auto">
          <a:xfrm>
            <a:off x="8741664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6271028" name="Oval 575"/>
          <p:cNvSpPr/>
          <p:nvPr/>
        </p:nvSpPr>
        <p:spPr bwMode="auto">
          <a:xfrm>
            <a:off x="8741664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5480151" name="Oval 576"/>
          <p:cNvSpPr/>
          <p:nvPr/>
        </p:nvSpPr>
        <p:spPr bwMode="auto">
          <a:xfrm>
            <a:off x="8741664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5341118" name="Oval 577"/>
          <p:cNvSpPr/>
          <p:nvPr/>
        </p:nvSpPr>
        <p:spPr bwMode="auto">
          <a:xfrm>
            <a:off x="8741664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4025022" name="Oval 578"/>
          <p:cNvSpPr/>
          <p:nvPr/>
        </p:nvSpPr>
        <p:spPr bwMode="auto">
          <a:xfrm>
            <a:off x="8741664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6589825" name="Oval 579"/>
          <p:cNvSpPr/>
          <p:nvPr/>
        </p:nvSpPr>
        <p:spPr bwMode="auto">
          <a:xfrm>
            <a:off x="8741664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9294743" name="Oval 580"/>
          <p:cNvSpPr/>
          <p:nvPr/>
        </p:nvSpPr>
        <p:spPr bwMode="auto">
          <a:xfrm>
            <a:off x="8741664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529247" name="Oval 581"/>
          <p:cNvSpPr/>
          <p:nvPr/>
        </p:nvSpPr>
        <p:spPr bwMode="auto">
          <a:xfrm>
            <a:off x="8741664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2747666" name="Oval 582"/>
          <p:cNvSpPr/>
          <p:nvPr/>
        </p:nvSpPr>
        <p:spPr bwMode="auto">
          <a:xfrm>
            <a:off x="9034272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9010592" name="Oval 583"/>
          <p:cNvSpPr/>
          <p:nvPr/>
        </p:nvSpPr>
        <p:spPr bwMode="auto">
          <a:xfrm>
            <a:off x="9034272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5431230" name="Oval 584"/>
          <p:cNvSpPr/>
          <p:nvPr/>
        </p:nvSpPr>
        <p:spPr bwMode="auto">
          <a:xfrm>
            <a:off x="9034272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2923663" name="Oval 585"/>
          <p:cNvSpPr/>
          <p:nvPr/>
        </p:nvSpPr>
        <p:spPr bwMode="auto">
          <a:xfrm>
            <a:off x="9034272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8252850" name="Oval 586"/>
          <p:cNvSpPr/>
          <p:nvPr/>
        </p:nvSpPr>
        <p:spPr bwMode="auto">
          <a:xfrm>
            <a:off x="9034272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7793243" name="Oval 587"/>
          <p:cNvSpPr/>
          <p:nvPr/>
        </p:nvSpPr>
        <p:spPr bwMode="auto">
          <a:xfrm>
            <a:off x="9034272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9718067" name="Oval 588"/>
          <p:cNvSpPr/>
          <p:nvPr/>
        </p:nvSpPr>
        <p:spPr bwMode="auto">
          <a:xfrm>
            <a:off x="9034272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9947892" name="Oval 589"/>
          <p:cNvSpPr/>
          <p:nvPr/>
        </p:nvSpPr>
        <p:spPr bwMode="auto">
          <a:xfrm>
            <a:off x="9034272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4526236" name="Oval 590"/>
          <p:cNvSpPr/>
          <p:nvPr/>
        </p:nvSpPr>
        <p:spPr bwMode="auto">
          <a:xfrm>
            <a:off x="9034272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3235309" name="Oval 591"/>
          <p:cNvSpPr/>
          <p:nvPr/>
        </p:nvSpPr>
        <p:spPr bwMode="auto">
          <a:xfrm>
            <a:off x="9034272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2357883" name="Oval 592"/>
          <p:cNvSpPr/>
          <p:nvPr/>
        </p:nvSpPr>
        <p:spPr bwMode="auto">
          <a:xfrm>
            <a:off x="9034272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6201207" name="Oval 593"/>
          <p:cNvSpPr/>
          <p:nvPr/>
        </p:nvSpPr>
        <p:spPr bwMode="auto">
          <a:xfrm>
            <a:off x="9034272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4651055" name="Oval 594"/>
          <p:cNvSpPr/>
          <p:nvPr/>
        </p:nvSpPr>
        <p:spPr bwMode="auto">
          <a:xfrm>
            <a:off x="9034272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1823170" name="Oval 595"/>
          <p:cNvSpPr/>
          <p:nvPr/>
        </p:nvSpPr>
        <p:spPr bwMode="auto">
          <a:xfrm>
            <a:off x="9034272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0831637" name="Oval 596"/>
          <p:cNvSpPr/>
          <p:nvPr/>
        </p:nvSpPr>
        <p:spPr bwMode="auto">
          <a:xfrm>
            <a:off x="9034272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4598795" name="Oval 597"/>
          <p:cNvSpPr/>
          <p:nvPr/>
        </p:nvSpPr>
        <p:spPr bwMode="auto">
          <a:xfrm>
            <a:off x="9034272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4791404" name="Oval 598"/>
          <p:cNvSpPr/>
          <p:nvPr/>
        </p:nvSpPr>
        <p:spPr bwMode="auto">
          <a:xfrm>
            <a:off x="9034272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3921030" name="Oval 599"/>
          <p:cNvSpPr/>
          <p:nvPr/>
        </p:nvSpPr>
        <p:spPr bwMode="auto">
          <a:xfrm>
            <a:off x="9034272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960182" name="Oval 600"/>
          <p:cNvSpPr/>
          <p:nvPr/>
        </p:nvSpPr>
        <p:spPr bwMode="auto">
          <a:xfrm>
            <a:off x="9034272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9840324" name="Oval 601"/>
          <p:cNvSpPr/>
          <p:nvPr/>
        </p:nvSpPr>
        <p:spPr bwMode="auto">
          <a:xfrm>
            <a:off x="9034272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3111475" name="Oval 602"/>
          <p:cNvSpPr/>
          <p:nvPr/>
        </p:nvSpPr>
        <p:spPr bwMode="auto">
          <a:xfrm>
            <a:off x="9326880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8476063" name="Oval 603"/>
          <p:cNvSpPr/>
          <p:nvPr/>
        </p:nvSpPr>
        <p:spPr bwMode="auto">
          <a:xfrm>
            <a:off x="9326880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4427977" name="Oval 604"/>
          <p:cNvSpPr/>
          <p:nvPr/>
        </p:nvSpPr>
        <p:spPr bwMode="auto">
          <a:xfrm>
            <a:off x="9326880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3981787" name="Oval 605"/>
          <p:cNvSpPr/>
          <p:nvPr/>
        </p:nvSpPr>
        <p:spPr bwMode="auto">
          <a:xfrm>
            <a:off x="9326880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2249846" name="Oval 606"/>
          <p:cNvSpPr/>
          <p:nvPr/>
        </p:nvSpPr>
        <p:spPr bwMode="auto">
          <a:xfrm>
            <a:off x="9326880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1602266" name="Oval 607"/>
          <p:cNvSpPr/>
          <p:nvPr/>
        </p:nvSpPr>
        <p:spPr bwMode="auto">
          <a:xfrm>
            <a:off x="9326880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6026640" name="Oval 608"/>
          <p:cNvSpPr/>
          <p:nvPr/>
        </p:nvSpPr>
        <p:spPr bwMode="auto">
          <a:xfrm>
            <a:off x="9326880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8340644" name="Oval 609"/>
          <p:cNvSpPr/>
          <p:nvPr/>
        </p:nvSpPr>
        <p:spPr bwMode="auto">
          <a:xfrm>
            <a:off x="9326880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694964" name="Oval 610"/>
          <p:cNvSpPr/>
          <p:nvPr/>
        </p:nvSpPr>
        <p:spPr bwMode="auto">
          <a:xfrm>
            <a:off x="9326880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2261823" name="Oval 611"/>
          <p:cNvSpPr/>
          <p:nvPr/>
        </p:nvSpPr>
        <p:spPr bwMode="auto">
          <a:xfrm>
            <a:off x="9326880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9380012" name="Oval 612"/>
          <p:cNvSpPr/>
          <p:nvPr/>
        </p:nvSpPr>
        <p:spPr bwMode="auto">
          <a:xfrm>
            <a:off x="9326880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5493879" name="Oval 613"/>
          <p:cNvSpPr/>
          <p:nvPr/>
        </p:nvSpPr>
        <p:spPr bwMode="auto">
          <a:xfrm>
            <a:off x="9326880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9714222" name="Oval 614"/>
          <p:cNvSpPr/>
          <p:nvPr/>
        </p:nvSpPr>
        <p:spPr bwMode="auto">
          <a:xfrm>
            <a:off x="9326880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131323" name="Oval 615"/>
          <p:cNvSpPr/>
          <p:nvPr/>
        </p:nvSpPr>
        <p:spPr bwMode="auto">
          <a:xfrm>
            <a:off x="9326880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1960983" name="Oval 616"/>
          <p:cNvSpPr/>
          <p:nvPr/>
        </p:nvSpPr>
        <p:spPr bwMode="auto">
          <a:xfrm>
            <a:off x="9326880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971648" name="Oval 617"/>
          <p:cNvSpPr/>
          <p:nvPr/>
        </p:nvSpPr>
        <p:spPr bwMode="auto">
          <a:xfrm>
            <a:off x="9326880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6981277" name="Oval 618"/>
          <p:cNvSpPr/>
          <p:nvPr/>
        </p:nvSpPr>
        <p:spPr bwMode="auto">
          <a:xfrm>
            <a:off x="9326880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3692090" name="Oval 619"/>
          <p:cNvSpPr/>
          <p:nvPr/>
        </p:nvSpPr>
        <p:spPr bwMode="auto">
          <a:xfrm>
            <a:off x="9326880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3732989" name="Oval 620"/>
          <p:cNvSpPr/>
          <p:nvPr/>
        </p:nvSpPr>
        <p:spPr bwMode="auto">
          <a:xfrm>
            <a:off x="9326880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8513448" name="Oval 621"/>
          <p:cNvSpPr/>
          <p:nvPr/>
        </p:nvSpPr>
        <p:spPr bwMode="auto">
          <a:xfrm>
            <a:off x="9326880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462577" name="Oval 622"/>
          <p:cNvSpPr/>
          <p:nvPr/>
        </p:nvSpPr>
        <p:spPr bwMode="auto">
          <a:xfrm>
            <a:off x="9619488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6030883" name="Oval 623"/>
          <p:cNvSpPr/>
          <p:nvPr/>
        </p:nvSpPr>
        <p:spPr bwMode="auto">
          <a:xfrm>
            <a:off x="9619488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0160690" name="Oval 624"/>
          <p:cNvSpPr/>
          <p:nvPr/>
        </p:nvSpPr>
        <p:spPr bwMode="auto">
          <a:xfrm>
            <a:off x="9619488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3900874" name="Oval 625"/>
          <p:cNvSpPr/>
          <p:nvPr/>
        </p:nvSpPr>
        <p:spPr bwMode="auto">
          <a:xfrm>
            <a:off x="9619488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2541767" name="Oval 626"/>
          <p:cNvSpPr/>
          <p:nvPr/>
        </p:nvSpPr>
        <p:spPr bwMode="auto">
          <a:xfrm>
            <a:off x="9619488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8327689" name="Oval 627"/>
          <p:cNvSpPr/>
          <p:nvPr/>
        </p:nvSpPr>
        <p:spPr bwMode="auto">
          <a:xfrm>
            <a:off x="9619488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5947491" name="Oval 628"/>
          <p:cNvSpPr/>
          <p:nvPr/>
        </p:nvSpPr>
        <p:spPr bwMode="auto">
          <a:xfrm>
            <a:off x="9619488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5805107" name="Oval 629"/>
          <p:cNvSpPr/>
          <p:nvPr/>
        </p:nvSpPr>
        <p:spPr bwMode="auto">
          <a:xfrm>
            <a:off x="9619488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5895528" name="Oval 630"/>
          <p:cNvSpPr/>
          <p:nvPr/>
        </p:nvSpPr>
        <p:spPr bwMode="auto">
          <a:xfrm>
            <a:off x="9619488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1455822" name="Oval 631"/>
          <p:cNvSpPr/>
          <p:nvPr/>
        </p:nvSpPr>
        <p:spPr bwMode="auto">
          <a:xfrm>
            <a:off x="9619488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6972321" name="Oval 632"/>
          <p:cNvSpPr/>
          <p:nvPr/>
        </p:nvSpPr>
        <p:spPr bwMode="auto">
          <a:xfrm>
            <a:off x="9619488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4916369" name="Oval 633"/>
          <p:cNvSpPr/>
          <p:nvPr/>
        </p:nvSpPr>
        <p:spPr bwMode="auto">
          <a:xfrm>
            <a:off x="9619488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0677919" name="Oval 634"/>
          <p:cNvSpPr/>
          <p:nvPr/>
        </p:nvSpPr>
        <p:spPr bwMode="auto">
          <a:xfrm>
            <a:off x="9619488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2479861" name="Oval 635"/>
          <p:cNvSpPr/>
          <p:nvPr/>
        </p:nvSpPr>
        <p:spPr bwMode="auto">
          <a:xfrm>
            <a:off x="9619488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9247787" name="Oval 636"/>
          <p:cNvSpPr/>
          <p:nvPr/>
        </p:nvSpPr>
        <p:spPr bwMode="auto">
          <a:xfrm>
            <a:off x="9619488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617749" name="Oval 637"/>
          <p:cNvSpPr/>
          <p:nvPr/>
        </p:nvSpPr>
        <p:spPr bwMode="auto">
          <a:xfrm>
            <a:off x="9619488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6254513" name="Oval 638"/>
          <p:cNvSpPr/>
          <p:nvPr/>
        </p:nvSpPr>
        <p:spPr bwMode="auto">
          <a:xfrm>
            <a:off x="9619488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2744393" name="Oval 639"/>
          <p:cNvSpPr/>
          <p:nvPr/>
        </p:nvSpPr>
        <p:spPr bwMode="auto">
          <a:xfrm>
            <a:off x="9619488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8628320" name="Oval 640"/>
          <p:cNvSpPr/>
          <p:nvPr/>
        </p:nvSpPr>
        <p:spPr bwMode="auto">
          <a:xfrm>
            <a:off x="9619488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4081873" name="Oval 641"/>
          <p:cNvSpPr/>
          <p:nvPr/>
        </p:nvSpPr>
        <p:spPr bwMode="auto">
          <a:xfrm>
            <a:off x="9619488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1778854" name="Oval 642"/>
          <p:cNvSpPr/>
          <p:nvPr/>
        </p:nvSpPr>
        <p:spPr bwMode="auto">
          <a:xfrm>
            <a:off x="9912096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7012157" name="Oval 643"/>
          <p:cNvSpPr/>
          <p:nvPr/>
        </p:nvSpPr>
        <p:spPr bwMode="auto">
          <a:xfrm>
            <a:off x="9912096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67802" name="Oval 644"/>
          <p:cNvSpPr/>
          <p:nvPr/>
        </p:nvSpPr>
        <p:spPr bwMode="auto">
          <a:xfrm>
            <a:off x="9912096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4261484" name="Oval 645"/>
          <p:cNvSpPr/>
          <p:nvPr/>
        </p:nvSpPr>
        <p:spPr bwMode="auto">
          <a:xfrm>
            <a:off x="9912096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9211587" name="Oval 646"/>
          <p:cNvSpPr/>
          <p:nvPr/>
        </p:nvSpPr>
        <p:spPr bwMode="auto">
          <a:xfrm>
            <a:off x="9912096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6457768" name="Oval 647"/>
          <p:cNvSpPr/>
          <p:nvPr/>
        </p:nvSpPr>
        <p:spPr bwMode="auto">
          <a:xfrm>
            <a:off x="9912096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2544763" name="Oval 648"/>
          <p:cNvSpPr/>
          <p:nvPr/>
        </p:nvSpPr>
        <p:spPr bwMode="auto">
          <a:xfrm>
            <a:off x="9912096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5020765" name="Oval 649"/>
          <p:cNvSpPr/>
          <p:nvPr/>
        </p:nvSpPr>
        <p:spPr bwMode="auto">
          <a:xfrm>
            <a:off x="9912096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3532083" name="Oval 650"/>
          <p:cNvSpPr/>
          <p:nvPr/>
        </p:nvSpPr>
        <p:spPr bwMode="auto">
          <a:xfrm>
            <a:off x="9912096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4861952" name="Oval 651"/>
          <p:cNvSpPr/>
          <p:nvPr/>
        </p:nvSpPr>
        <p:spPr bwMode="auto">
          <a:xfrm>
            <a:off x="9912096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0601802" name="Oval 652"/>
          <p:cNvSpPr/>
          <p:nvPr/>
        </p:nvSpPr>
        <p:spPr bwMode="auto">
          <a:xfrm>
            <a:off x="9912096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1220216" name="Oval 653"/>
          <p:cNvSpPr/>
          <p:nvPr/>
        </p:nvSpPr>
        <p:spPr bwMode="auto">
          <a:xfrm>
            <a:off x="9912096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7703230" name="Oval 654"/>
          <p:cNvSpPr/>
          <p:nvPr/>
        </p:nvSpPr>
        <p:spPr bwMode="auto">
          <a:xfrm>
            <a:off x="9912096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0676290" name="Oval 655"/>
          <p:cNvSpPr/>
          <p:nvPr/>
        </p:nvSpPr>
        <p:spPr bwMode="auto">
          <a:xfrm>
            <a:off x="9912096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1388645" name="Oval 656"/>
          <p:cNvSpPr/>
          <p:nvPr/>
        </p:nvSpPr>
        <p:spPr bwMode="auto">
          <a:xfrm>
            <a:off x="9912096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6849760" name="Oval 657"/>
          <p:cNvSpPr/>
          <p:nvPr/>
        </p:nvSpPr>
        <p:spPr bwMode="auto">
          <a:xfrm>
            <a:off x="9912096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2612570" name="Oval 658"/>
          <p:cNvSpPr/>
          <p:nvPr/>
        </p:nvSpPr>
        <p:spPr bwMode="auto">
          <a:xfrm>
            <a:off x="9912096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2944065" name="Oval 659"/>
          <p:cNvSpPr/>
          <p:nvPr/>
        </p:nvSpPr>
        <p:spPr bwMode="auto">
          <a:xfrm>
            <a:off x="9912096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9639312" name="Oval 660"/>
          <p:cNvSpPr/>
          <p:nvPr/>
        </p:nvSpPr>
        <p:spPr bwMode="auto">
          <a:xfrm>
            <a:off x="9912096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7057838" name="Oval 661"/>
          <p:cNvSpPr/>
          <p:nvPr/>
        </p:nvSpPr>
        <p:spPr bwMode="auto">
          <a:xfrm>
            <a:off x="9912096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8588383" name="Oval 662"/>
          <p:cNvSpPr/>
          <p:nvPr/>
        </p:nvSpPr>
        <p:spPr bwMode="auto">
          <a:xfrm>
            <a:off x="10204704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5516645" name="Oval 663"/>
          <p:cNvSpPr/>
          <p:nvPr/>
        </p:nvSpPr>
        <p:spPr bwMode="auto">
          <a:xfrm>
            <a:off x="10204704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8779441" name="Oval 664"/>
          <p:cNvSpPr/>
          <p:nvPr/>
        </p:nvSpPr>
        <p:spPr bwMode="auto">
          <a:xfrm>
            <a:off x="10204704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3214154" name="Oval 665"/>
          <p:cNvSpPr/>
          <p:nvPr/>
        </p:nvSpPr>
        <p:spPr bwMode="auto">
          <a:xfrm>
            <a:off x="10204704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7382284" name="Oval 666"/>
          <p:cNvSpPr/>
          <p:nvPr/>
        </p:nvSpPr>
        <p:spPr bwMode="auto">
          <a:xfrm>
            <a:off x="10204704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9956596" name="Oval 667"/>
          <p:cNvSpPr/>
          <p:nvPr/>
        </p:nvSpPr>
        <p:spPr bwMode="auto">
          <a:xfrm>
            <a:off x="10204704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269456" name="Oval 668"/>
          <p:cNvSpPr/>
          <p:nvPr/>
        </p:nvSpPr>
        <p:spPr bwMode="auto">
          <a:xfrm>
            <a:off x="10204704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1550554" name="Oval 669"/>
          <p:cNvSpPr/>
          <p:nvPr/>
        </p:nvSpPr>
        <p:spPr bwMode="auto">
          <a:xfrm>
            <a:off x="10204704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4988259" name="Oval 670"/>
          <p:cNvSpPr/>
          <p:nvPr/>
        </p:nvSpPr>
        <p:spPr bwMode="auto">
          <a:xfrm>
            <a:off x="10204704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8416744" name="Oval 671"/>
          <p:cNvSpPr/>
          <p:nvPr/>
        </p:nvSpPr>
        <p:spPr bwMode="auto">
          <a:xfrm>
            <a:off x="10204704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236902" name="Oval 672"/>
          <p:cNvSpPr/>
          <p:nvPr/>
        </p:nvSpPr>
        <p:spPr bwMode="auto">
          <a:xfrm>
            <a:off x="10204704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0403648" name="Oval 673"/>
          <p:cNvSpPr/>
          <p:nvPr/>
        </p:nvSpPr>
        <p:spPr bwMode="auto">
          <a:xfrm>
            <a:off x="10204704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0863561" name="Oval 674"/>
          <p:cNvSpPr/>
          <p:nvPr/>
        </p:nvSpPr>
        <p:spPr bwMode="auto">
          <a:xfrm>
            <a:off x="10204704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877313" name="Oval 675"/>
          <p:cNvSpPr/>
          <p:nvPr/>
        </p:nvSpPr>
        <p:spPr bwMode="auto">
          <a:xfrm>
            <a:off x="10204704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5874472" name="Oval 676"/>
          <p:cNvSpPr/>
          <p:nvPr/>
        </p:nvSpPr>
        <p:spPr bwMode="auto">
          <a:xfrm>
            <a:off x="10204704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3026934" name="Oval 677"/>
          <p:cNvSpPr/>
          <p:nvPr/>
        </p:nvSpPr>
        <p:spPr bwMode="auto">
          <a:xfrm>
            <a:off x="10204704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9701930" name="Oval 678"/>
          <p:cNvSpPr/>
          <p:nvPr/>
        </p:nvSpPr>
        <p:spPr bwMode="auto">
          <a:xfrm>
            <a:off x="10204704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678711" name="Oval 679"/>
          <p:cNvSpPr/>
          <p:nvPr/>
        </p:nvSpPr>
        <p:spPr bwMode="auto">
          <a:xfrm>
            <a:off x="10204704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4257160" name="Oval 680"/>
          <p:cNvSpPr/>
          <p:nvPr/>
        </p:nvSpPr>
        <p:spPr bwMode="auto">
          <a:xfrm>
            <a:off x="10204704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7784978" name="Oval 681"/>
          <p:cNvSpPr/>
          <p:nvPr/>
        </p:nvSpPr>
        <p:spPr bwMode="auto">
          <a:xfrm>
            <a:off x="10204704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9289877" name="Oval 682"/>
          <p:cNvSpPr/>
          <p:nvPr/>
        </p:nvSpPr>
        <p:spPr bwMode="auto">
          <a:xfrm>
            <a:off x="10497312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3409916" name="Oval 683"/>
          <p:cNvSpPr/>
          <p:nvPr/>
        </p:nvSpPr>
        <p:spPr bwMode="auto">
          <a:xfrm>
            <a:off x="10497312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7886608" name="Oval 684"/>
          <p:cNvSpPr/>
          <p:nvPr/>
        </p:nvSpPr>
        <p:spPr bwMode="auto">
          <a:xfrm>
            <a:off x="10497312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7836536" name="Oval 685"/>
          <p:cNvSpPr/>
          <p:nvPr/>
        </p:nvSpPr>
        <p:spPr bwMode="auto">
          <a:xfrm>
            <a:off x="10497312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0946754" name="Oval 686"/>
          <p:cNvSpPr/>
          <p:nvPr/>
        </p:nvSpPr>
        <p:spPr bwMode="auto">
          <a:xfrm>
            <a:off x="10497312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7150657" name="Oval 687"/>
          <p:cNvSpPr/>
          <p:nvPr/>
        </p:nvSpPr>
        <p:spPr bwMode="auto">
          <a:xfrm>
            <a:off x="10497312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2192098" name="Oval 688"/>
          <p:cNvSpPr/>
          <p:nvPr/>
        </p:nvSpPr>
        <p:spPr bwMode="auto">
          <a:xfrm>
            <a:off x="10497312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3842430" name="Oval 689"/>
          <p:cNvSpPr/>
          <p:nvPr/>
        </p:nvSpPr>
        <p:spPr bwMode="auto">
          <a:xfrm>
            <a:off x="10497312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8235499" name="Oval 690"/>
          <p:cNvSpPr/>
          <p:nvPr/>
        </p:nvSpPr>
        <p:spPr bwMode="auto">
          <a:xfrm>
            <a:off x="10497312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21752" name="Oval 691"/>
          <p:cNvSpPr/>
          <p:nvPr/>
        </p:nvSpPr>
        <p:spPr bwMode="auto">
          <a:xfrm>
            <a:off x="10497312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3315032" name="Oval 692"/>
          <p:cNvSpPr/>
          <p:nvPr/>
        </p:nvSpPr>
        <p:spPr bwMode="auto">
          <a:xfrm>
            <a:off x="10497312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9404177" name="Oval 693"/>
          <p:cNvSpPr/>
          <p:nvPr/>
        </p:nvSpPr>
        <p:spPr bwMode="auto">
          <a:xfrm>
            <a:off x="10497312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1434470" name="Oval 694"/>
          <p:cNvSpPr/>
          <p:nvPr/>
        </p:nvSpPr>
        <p:spPr bwMode="auto">
          <a:xfrm>
            <a:off x="10497312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4830628" name="Oval 695"/>
          <p:cNvSpPr/>
          <p:nvPr/>
        </p:nvSpPr>
        <p:spPr bwMode="auto">
          <a:xfrm>
            <a:off x="10497312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4156816" name="Oval 696"/>
          <p:cNvSpPr/>
          <p:nvPr/>
        </p:nvSpPr>
        <p:spPr bwMode="auto">
          <a:xfrm>
            <a:off x="10497312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8936057" name="Oval 697"/>
          <p:cNvSpPr/>
          <p:nvPr/>
        </p:nvSpPr>
        <p:spPr bwMode="auto">
          <a:xfrm>
            <a:off x="10497312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4912031" name="Oval 698"/>
          <p:cNvSpPr/>
          <p:nvPr/>
        </p:nvSpPr>
        <p:spPr bwMode="auto">
          <a:xfrm>
            <a:off x="10497312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0302679" name="Oval 699"/>
          <p:cNvSpPr/>
          <p:nvPr/>
        </p:nvSpPr>
        <p:spPr bwMode="auto">
          <a:xfrm>
            <a:off x="10497312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5742952" name="Oval 700"/>
          <p:cNvSpPr/>
          <p:nvPr/>
        </p:nvSpPr>
        <p:spPr bwMode="auto">
          <a:xfrm>
            <a:off x="10497312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6248310" name="Oval 701"/>
          <p:cNvSpPr/>
          <p:nvPr/>
        </p:nvSpPr>
        <p:spPr bwMode="auto">
          <a:xfrm>
            <a:off x="10497312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8609671" name="Oval 702"/>
          <p:cNvSpPr/>
          <p:nvPr/>
        </p:nvSpPr>
        <p:spPr bwMode="auto">
          <a:xfrm>
            <a:off x="10789920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952194" name="Oval 703"/>
          <p:cNvSpPr/>
          <p:nvPr/>
        </p:nvSpPr>
        <p:spPr bwMode="auto">
          <a:xfrm>
            <a:off x="10789920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6931749" name="Oval 704"/>
          <p:cNvSpPr/>
          <p:nvPr/>
        </p:nvSpPr>
        <p:spPr bwMode="auto">
          <a:xfrm>
            <a:off x="10789920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1804569" name="Oval 705"/>
          <p:cNvSpPr/>
          <p:nvPr/>
        </p:nvSpPr>
        <p:spPr bwMode="auto">
          <a:xfrm>
            <a:off x="10789920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3162249" name="Oval 706"/>
          <p:cNvSpPr/>
          <p:nvPr/>
        </p:nvSpPr>
        <p:spPr bwMode="auto">
          <a:xfrm>
            <a:off x="10789920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876615" name="Oval 707"/>
          <p:cNvSpPr/>
          <p:nvPr/>
        </p:nvSpPr>
        <p:spPr bwMode="auto">
          <a:xfrm>
            <a:off x="10789920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6770118" name="Oval 708"/>
          <p:cNvSpPr/>
          <p:nvPr/>
        </p:nvSpPr>
        <p:spPr bwMode="auto">
          <a:xfrm>
            <a:off x="10789920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5442516" name="Oval 709"/>
          <p:cNvSpPr/>
          <p:nvPr/>
        </p:nvSpPr>
        <p:spPr bwMode="auto">
          <a:xfrm>
            <a:off x="10789920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1334127" name="Oval 710"/>
          <p:cNvSpPr/>
          <p:nvPr/>
        </p:nvSpPr>
        <p:spPr bwMode="auto">
          <a:xfrm>
            <a:off x="10789920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9401948" name="Oval 711"/>
          <p:cNvSpPr/>
          <p:nvPr/>
        </p:nvSpPr>
        <p:spPr bwMode="auto">
          <a:xfrm>
            <a:off x="10789920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4471938" name="Oval 712"/>
          <p:cNvSpPr/>
          <p:nvPr/>
        </p:nvSpPr>
        <p:spPr bwMode="auto">
          <a:xfrm>
            <a:off x="10789920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4074168" name="Oval 713"/>
          <p:cNvSpPr/>
          <p:nvPr/>
        </p:nvSpPr>
        <p:spPr bwMode="auto">
          <a:xfrm>
            <a:off x="10789920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7457816" name="Oval 714"/>
          <p:cNvSpPr/>
          <p:nvPr/>
        </p:nvSpPr>
        <p:spPr bwMode="auto">
          <a:xfrm>
            <a:off x="10789920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0003393" name="Oval 715"/>
          <p:cNvSpPr/>
          <p:nvPr/>
        </p:nvSpPr>
        <p:spPr bwMode="auto">
          <a:xfrm>
            <a:off x="10789920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7043335" name="Oval 716"/>
          <p:cNvSpPr/>
          <p:nvPr/>
        </p:nvSpPr>
        <p:spPr bwMode="auto">
          <a:xfrm>
            <a:off x="10789920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0487660" name="Oval 717"/>
          <p:cNvSpPr/>
          <p:nvPr/>
        </p:nvSpPr>
        <p:spPr bwMode="auto">
          <a:xfrm>
            <a:off x="10789920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2576538" name="Oval 718"/>
          <p:cNvSpPr/>
          <p:nvPr/>
        </p:nvSpPr>
        <p:spPr bwMode="auto">
          <a:xfrm>
            <a:off x="10789920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6352716" name="Oval 719"/>
          <p:cNvSpPr/>
          <p:nvPr/>
        </p:nvSpPr>
        <p:spPr bwMode="auto">
          <a:xfrm>
            <a:off x="10789920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6525191" name="Oval 720"/>
          <p:cNvSpPr/>
          <p:nvPr/>
        </p:nvSpPr>
        <p:spPr bwMode="auto">
          <a:xfrm>
            <a:off x="10789920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3559707" name="Oval 721"/>
          <p:cNvSpPr/>
          <p:nvPr/>
        </p:nvSpPr>
        <p:spPr bwMode="auto">
          <a:xfrm>
            <a:off x="10789920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4737713" name="Oval 722"/>
          <p:cNvSpPr/>
          <p:nvPr/>
        </p:nvSpPr>
        <p:spPr bwMode="auto">
          <a:xfrm>
            <a:off x="11082528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4773473" name="Oval 723"/>
          <p:cNvSpPr/>
          <p:nvPr/>
        </p:nvSpPr>
        <p:spPr bwMode="auto">
          <a:xfrm>
            <a:off x="11082528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2935463" name="Oval 724"/>
          <p:cNvSpPr/>
          <p:nvPr/>
        </p:nvSpPr>
        <p:spPr bwMode="auto">
          <a:xfrm>
            <a:off x="11082528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4893753" name="Oval 725"/>
          <p:cNvSpPr/>
          <p:nvPr/>
        </p:nvSpPr>
        <p:spPr bwMode="auto">
          <a:xfrm>
            <a:off x="11082528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3788814" name="Oval 726"/>
          <p:cNvSpPr/>
          <p:nvPr/>
        </p:nvSpPr>
        <p:spPr bwMode="auto">
          <a:xfrm>
            <a:off x="11082528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036353" name="Oval 727"/>
          <p:cNvSpPr/>
          <p:nvPr/>
        </p:nvSpPr>
        <p:spPr bwMode="auto">
          <a:xfrm>
            <a:off x="11082528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4208281" name="Oval 728"/>
          <p:cNvSpPr/>
          <p:nvPr/>
        </p:nvSpPr>
        <p:spPr bwMode="auto">
          <a:xfrm>
            <a:off x="11082528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2188653" name="Oval 729"/>
          <p:cNvSpPr/>
          <p:nvPr/>
        </p:nvSpPr>
        <p:spPr bwMode="auto">
          <a:xfrm>
            <a:off x="11082528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5147263" name="Oval 730"/>
          <p:cNvSpPr/>
          <p:nvPr/>
        </p:nvSpPr>
        <p:spPr bwMode="auto">
          <a:xfrm>
            <a:off x="11082528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8547838" name="Oval 731"/>
          <p:cNvSpPr/>
          <p:nvPr/>
        </p:nvSpPr>
        <p:spPr bwMode="auto">
          <a:xfrm>
            <a:off x="11082528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3301521" name="Oval 732"/>
          <p:cNvSpPr/>
          <p:nvPr/>
        </p:nvSpPr>
        <p:spPr bwMode="auto">
          <a:xfrm>
            <a:off x="11082528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6646347" name="Oval 733"/>
          <p:cNvSpPr/>
          <p:nvPr/>
        </p:nvSpPr>
        <p:spPr bwMode="auto">
          <a:xfrm>
            <a:off x="11082528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0903166" name="Oval 734"/>
          <p:cNvSpPr/>
          <p:nvPr/>
        </p:nvSpPr>
        <p:spPr bwMode="auto">
          <a:xfrm>
            <a:off x="11082528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2144299" name="Oval 735"/>
          <p:cNvSpPr/>
          <p:nvPr/>
        </p:nvSpPr>
        <p:spPr bwMode="auto">
          <a:xfrm>
            <a:off x="11082528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2115578" name="Oval 736"/>
          <p:cNvSpPr/>
          <p:nvPr/>
        </p:nvSpPr>
        <p:spPr bwMode="auto">
          <a:xfrm>
            <a:off x="11082528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187935" name="Oval 737"/>
          <p:cNvSpPr/>
          <p:nvPr/>
        </p:nvSpPr>
        <p:spPr bwMode="auto">
          <a:xfrm>
            <a:off x="11082528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766657" name="Oval 738"/>
          <p:cNvSpPr/>
          <p:nvPr/>
        </p:nvSpPr>
        <p:spPr bwMode="auto">
          <a:xfrm>
            <a:off x="11082528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5106667" name="Oval 739"/>
          <p:cNvSpPr/>
          <p:nvPr/>
        </p:nvSpPr>
        <p:spPr bwMode="auto">
          <a:xfrm>
            <a:off x="11082528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3644974" name="Oval 740"/>
          <p:cNvSpPr/>
          <p:nvPr/>
        </p:nvSpPr>
        <p:spPr bwMode="auto">
          <a:xfrm>
            <a:off x="11082528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8986563" name="Oval 741"/>
          <p:cNvSpPr/>
          <p:nvPr/>
        </p:nvSpPr>
        <p:spPr bwMode="auto">
          <a:xfrm>
            <a:off x="11082528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5288122" name="Oval 742"/>
          <p:cNvSpPr/>
          <p:nvPr/>
        </p:nvSpPr>
        <p:spPr bwMode="auto">
          <a:xfrm>
            <a:off x="11375136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3400674" name="Oval 743"/>
          <p:cNvSpPr/>
          <p:nvPr/>
        </p:nvSpPr>
        <p:spPr bwMode="auto">
          <a:xfrm>
            <a:off x="11375136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6311157" name="Oval 744"/>
          <p:cNvSpPr/>
          <p:nvPr/>
        </p:nvSpPr>
        <p:spPr bwMode="auto">
          <a:xfrm>
            <a:off x="11375136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6961756" name="Oval 745"/>
          <p:cNvSpPr/>
          <p:nvPr/>
        </p:nvSpPr>
        <p:spPr bwMode="auto">
          <a:xfrm>
            <a:off x="11375136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8539376" name="Oval 746"/>
          <p:cNvSpPr/>
          <p:nvPr/>
        </p:nvSpPr>
        <p:spPr bwMode="auto">
          <a:xfrm>
            <a:off x="11375136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1507770" name="Oval 747"/>
          <p:cNvSpPr/>
          <p:nvPr/>
        </p:nvSpPr>
        <p:spPr bwMode="auto">
          <a:xfrm>
            <a:off x="11375136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2918538" name="Oval 748"/>
          <p:cNvSpPr/>
          <p:nvPr/>
        </p:nvSpPr>
        <p:spPr bwMode="auto">
          <a:xfrm>
            <a:off x="11375136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4139647" name="Oval 749"/>
          <p:cNvSpPr/>
          <p:nvPr/>
        </p:nvSpPr>
        <p:spPr bwMode="auto">
          <a:xfrm>
            <a:off x="11375136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8422059" name="Oval 750"/>
          <p:cNvSpPr/>
          <p:nvPr/>
        </p:nvSpPr>
        <p:spPr bwMode="auto">
          <a:xfrm>
            <a:off x="11375136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394184" name="Oval 751"/>
          <p:cNvSpPr/>
          <p:nvPr/>
        </p:nvSpPr>
        <p:spPr bwMode="auto">
          <a:xfrm>
            <a:off x="11375136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4503839" name="Oval 752"/>
          <p:cNvSpPr/>
          <p:nvPr/>
        </p:nvSpPr>
        <p:spPr bwMode="auto">
          <a:xfrm>
            <a:off x="11375136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4025637" name="Oval 753"/>
          <p:cNvSpPr/>
          <p:nvPr/>
        </p:nvSpPr>
        <p:spPr bwMode="auto">
          <a:xfrm>
            <a:off x="11375136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9137051" name="Oval 754"/>
          <p:cNvSpPr/>
          <p:nvPr/>
        </p:nvSpPr>
        <p:spPr bwMode="auto">
          <a:xfrm>
            <a:off x="11375136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9915022" name="Oval 755"/>
          <p:cNvSpPr/>
          <p:nvPr/>
        </p:nvSpPr>
        <p:spPr bwMode="auto">
          <a:xfrm>
            <a:off x="11375136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1026127" name="Oval 756"/>
          <p:cNvSpPr/>
          <p:nvPr/>
        </p:nvSpPr>
        <p:spPr bwMode="auto">
          <a:xfrm>
            <a:off x="11375136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8004086" name="Oval 757"/>
          <p:cNvSpPr/>
          <p:nvPr/>
        </p:nvSpPr>
        <p:spPr bwMode="auto">
          <a:xfrm>
            <a:off x="11375136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2819753" name="Oval 758"/>
          <p:cNvSpPr/>
          <p:nvPr/>
        </p:nvSpPr>
        <p:spPr bwMode="auto">
          <a:xfrm>
            <a:off x="11375136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6978406" name="Oval 759"/>
          <p:cNvSpPr/>
          <p:nvPr/>
        </p:nvSpPr>
        <p:spPr bwMode="auto">
          <a:xfrm>
            <a:off x="11375136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2110789" name="Oval 760"/>
          <p:cNvSpPr/>
          <p:nvPr/>
        </p:nvSpPr>
        <p:spPr bwMode="auto">
          <a:xfrm>
            <a:off x="11375136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6232068" name="Oval 761"/>
          <p:cNvSpPr/>
          <p:nvPr/>
        </p:nvSpPr>
        <p:spPr bwMode="auto">
          <a:xfrm>
            <a:off x="11375136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3712477" name="Oval 762"/>
          <p:cNvSpPr/>
          <p:nvPr/>
        </p:nvSpPr>
        <p:spPr bwMode="auto">
          <a:xfrm>
            <a:off x="11667744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6955002" name="Oval 763"/>
          <p:cNvSpPr/>
          <p:nvPr/>
        </p:nvSpPr>
        <p:spPr bwMode="auto">
          <a:xfrm>
            <a:off x="11667744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4238819" name="Oval 764"/>
          <p:cNvSpPr/>
          <p:nvPr/>
        </p:nvSpPr>
        <p:spPr bwMode="auto">
          <a:xfrm>
            <a:off x="11667744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0134136" name="Oval 765"/>
          <p:cNvSpPr/>
          <p:nvPr/>
        </p:nvSpPr>
        <p:spPr bwMode="auto">
          <a:xfrm>
            <a:off x="11667744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8823658" name="Oval 766"/>
          <p:cNvSpPr/>
          <p:nvPr/>
        </p:nvSpPr>
        <p:spPr bwMode="auto">
          <a:xfrm>
            <a:off x="11667744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660489" name="Oval 767"/>
          <p:cNvSpPr/>
          <p:nvPr/>
        </p:nvSpPr>
        <p:spPr bwMode="auto">
          <a:xfrm>
            <a:off x="11667744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7546192" name="Oval 768"/>
          <p:cNvSpPr/>
          <p:nvPr/>
        </p:nvSpPr>
        <p:spPr bwMode="auto">
          <a:xfrm>
            <a:off x="11667744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5686303" name="Oval 769"/>
          <p:cNvSpPr/>
          <p:nvPr/>
        </p:nvSpPr>
        <p:spPr bwMode="auto">
          <a:xfrm>
            <a:off x="11667744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5722729" name="Oval 770"/>
          <p:cNvSpPr/>
          <p:nvPr/>
        </p:nvSpPr>
        <p:spPr bwMode="auto">
          <a:xfrm>
            <a:off x="11667744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2167306" name="Oval 771"/>
          <p:cNvSpPr/>
          <p:nvPr/>
        </p:nvSpPr>
        <p:spPr bwMode="auto">
          <a:xfrm>
            <a:off x="11667744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5864966" name="Oval 772"/>
          <p:cNvSpPr/>
          <p:nvPr/>
        </p:nvSpPr>
        <p:spPr bwMode="auto">
          <a:xfrm>
            <a:off x="11667744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7397558" name="Oval 773"/>
          <p:cNvSpPr/>
          <p:nvPr/>
        </p:nvSpPr>
        <p:spPr bwMode="auto">
          <a:xfrm>
            <a:off x="11667744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2353147" name="Oval 774"/>
          <p:cNvSpPr/>
          <p:nvPr/>
        </p:nvSpPr>
        <p:spPr bwMode="auto">
          <a:xfrm>
            <a:off x="11667744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8670341" name="Oval 775"/>
          <p:cNvSpPr/>
          <p:nvPr/>
        </p:nvSpPr>
        <p:spPr bwMode="auto">
          <a:xfrm>
            <a:off x="11667744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5278921" name="Oval 776"/>
          <p:cNvSpPr/>
          <p:nvPr/>
        </p:nvSpPr>
        <p:spPr bwMode="auto">
          <a:xfrm>
            <a:off x="11667744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1748940" name="Oval 777"/>
          <p:cNvSpPr/>
          <p:nvPr/>
        </p:nvSpPr>
        <p:spPr bwMode="auto">
          <a:xfrm>
            <a:off x="11667744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0763762" name="Oval 778"/>
          <p:cNvSpPr/>
          <p:nvPr/>
        </p:nvSpPr>
        <p:spPr bwMode="auto">
          <a:xfrm>
            <a:off x="11667744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0422124" name="Oval 779"/>
          <p:cNvSpPr/>
          <p:nvPr/>
        </p:nvSpPr>
        <p:spPr bwMode="auto">
          <a:xfrm>
            <a:off x="11667744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8640415" name="Oval 780"/>
          <p:cNvSpPr/>
          <p:nvPr/>
        </p:nvSpPr>
        <p:spPr bwMode="auto">
          <a:xfrm>
            <a:off x="11667744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0720751" name="Oval 781"/>
          <p:cNvSpPr/>
          <p:nvPr/>
        </p:nvSpPr>
        <p:spPr bwMode="auto">
          <a:xfrm>
            <a:off x="11667744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3976829" name="Oval 782"/>
          <p:cNvSpPr/>
          <p:nvPr/>
        </p:nvSpPr>
        <p:spPr bwMode="auto">
          <a:xfrm>
            <a:off x="11960352" y="54864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674341" name="Oval 783"/>
          <p:cNvSpPr/>
          <p:nvPr/>
        </p:nvSpPr>
        <p:spPr bwMode="auto">
          <a:xfrm>
            <a:off x="11960352" y="84124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0254612" name="Oval 784"/>
          <p:cNvSpPr/>
          <p:nvPr/>
        </p:nvSpPr>
        <p:spPr bwMode="auto">
          <a:xfrm>
            <a:off x="11960352" y="113385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7601687" name="Oval 785"/>
          <p:cNvSpPr/>
          <p:nvPr/>
        </p:nvSpPr>
        <p:spPr bwMode="auto">
          <a:xfrm>
            <a:off x="11960352" y="142646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8236025" name="Oval 786"/>
          <p:cNvSpPr/>
          <p:nvPr/>
        </p:nvSpPr>
        <p:spPr bwMode="auto">
          <a:xfrm>
            <a:off x="11960352" y="171907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4135599" name="Oval 787"/>
          <p:cNvSpPr/>
          <p:nvPr/>
        </p:nvSpPr>
        <p:spPr bwMode="auto">
          <a:xfrm>
            <a:off x="11960352" y="201168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0373048" name="Oval 788"/>
          <p:cNvSpPr/>
          <p:nvPr/>
        </p:nvSpPr>
        <p:spPr bwMode="auto">
          <a:xfrm>
            <a:off x="11960352" y="230428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7722239" name="Oval 789"/>
          <p:cNvSpPr/>
          <p:nvPr/>
        </p:nvSpPr>
        <p:spPr bwMode="auto">
          <a:xfrm>
            <a:off x="11960352" y="259689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8958611" name="Oval 790"/>
          <p:cNvSpPr/>
          <p:nvPr/>
        </p:nvSpPr>
        <p:spPr bwMode="auto">
          <a:xfrm>
            <a:off x="11960352" y="288950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5187697" name="Oval 791"/>
          <p:cNvSpPr/>
          <p:nvPr/>
        </p:nvSpPr>
        <p:spPr bwMode="auto">
          <a:xfrm>
            <a:off x="11960352" y="318211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6355502" name="Oval 792"/>
          <p:cNvSpPr/>
          <p:nvPr/>
        </p:nvSpPr>
        <p:spPr bwMode="auto">
          <a:xfrm>
            <a:off x="11960352" y="347472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0541086" name="Oval 793"/>
          <p:cNvSpPr/>
          <p:nvPr/>
        </p:nvSpPr>
        <p:spPr bwMode="auto">
          <a:xfrm>
            <a:off x="11960352" y="376732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2448706" name="Oval 794"/>
          <p:cNvSpPr/>
          <p:nvPr/>
        </p:nvSpPr>
        <p:spPr bwMode="auto">
          <a:xfrm>
            <a:off x="11960352" y="405993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7820245" name="Oval 795"/>
          <p:cNvSpPr/>
          <p:nvPr/>
        </p:nvSpPr>
        <p:spPr bwMode="auto">
          <a:xfrm>
            <a:off x="11960352" y="435254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7089917" name="Oval 796"/>
          <p:cNvSpPr/>
          <p:nvPr/>
        </p:nvSpPr>
        <p:spPr bwMode="auto">
          <a:xfrm>
            <a:off x="11960352" y="464515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6963654" name="Oval 797"/>
          <p:cNvSpPr/>
          <p:nvPr/>
        </p:nvSpPr>
        <p:spPr bwMode="auto">
          <a:xfrm>
            <a:off x="11960352" y="4937760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2412669" name="Oval 798"/>
          <p:cNvSpPr/>
          <p:nvPr/>
        </p:nvSpPr>
        <p:spPr bwMode="auto">
          <a:xfrm>
            <a:off x="11960352" y="5230368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5425922" name="Oval 799"/>
          <p:cNvSpPr/>
          <p:nvPr/>
        </p:nvSpPr>
        <p:spPr bwMode="auto">
          <a:xfrm>
            <a:off x="11960352" y="5522976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0826608" name="Oval 800"/>
          <p:cNvSpPr/>
          <p:nvPr/>
        </p:nvSpPr>
        <p:spPr bwMode="auto">
          <a:xfrm>
            <a:off x="11960352" y="5815584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7833939" name="Oval 801"/>
          <p:cNvSpPr/>
          <p:nvPr/>
        </p:nvSpPr>
        <p:spPr bwMode="auto">
          <a:xfrm>
            <a:off x="11960352" y="6108192"/>
            <a:ext cx="36576" cy="36576"/>
          </a:xfrm>
          <a:prstGeom prst="ellipse">
            <a:avLst/>
          </a:prstGeom>
          <a:solidFill>
            <a:srgbClr val="333D66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0698909" name="TextBox 802"/>
          <p:cNvSpPr txBox="1"/>
          <p:nvPr/>
        </p:nvSpPr>
        <p:spPr bwMode="auto">
          <a:xfrm>
            <a:off x="822960" y="2011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1" spc="400">
                <a:solidFill>
                  <a:srgbClr val="FFC64D"/>
                </a:solidFill>
                <a:latin typeface="Montserrat"/>
              </a:rPr>
              <a:t>PETITE PAUSE</a:t>
            </a:r>
            <a:endParaRPr/>
          </a:p>
        </p:txBody>
      </p:sp>
      <p:sp>
        <p:nvSpPr>
          <p:cNvPr id="1986682553" name="TextBox 803"/>
          <p:cNvSpPr txBox="1"/>
          <p:nvPr/>
        </p:nvSpPr>
        <p:spPr bwMode="auto">
          <a:xfrm>
            <a:off x="822960" y="2651760"/>
            <a:ext cx="10972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6800" b="1">
                <a:solidFill>
                  <a:srgbClr val="F5F7FA"/>
                </a:solidFill>
                <a:latin typeface="Montserrat"/>
              </a:rPr>
              <a:t>Selon vous,</a:t>
            </a:r>
            <a:endParaRPr/>
          </a:p>
          <a:p>
            <a:pPr algn="l">
              <a:lnSpc>
                <a:spcPct val="95000"/>
              </a:lnSpc>
              <a:defRPr/>
            </a:pPr>
            <a:r>
              <a:rPr sz="6800" b="1">
                <a:solidFill>
                  <a:srgbClr val="F5F7FA"/>
                </a:solidFill>
                <a:latin typeface="Montserrat"/>
              </a:rPr>
              <a:t>qui souscrit le plus ?</a:t>
            </a:r>
            <a:endParaRPr/>
          </a:p>
        </p:txBody>
      </p:sp>
      <p:sp>
        <p:nvSpPr>
          <p:cNvPr id="454298134" name="Rounded Rectangle 804"/>
          <p:cNvSpPr/>
          <p:nvPr/>
        </p:nvSpPr>
        <p:spPr bwMode="auto">
          <a:xfrm>
            <a:off x="777240" y="4937760"/>
            <a:ext cx="2606040" cy="118872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9419670" name="Rectangle 805"/>
          <p:cNvSpPr/>
          <p:nvPr/>
        </p:nvSpPr>
        <p:spPr bwMode="auto">
          <a:xfrm>
            <a:off x="777240" y="4937760"/>
            <a:ext cx="54864" cy="118872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7978419" name="TextBox 806"/>
          <p:cNvSpPr txBox="1"/>
          <p:nvPr/>
        </p:nvSpPr>
        <p:spPr bwMode="auto">
          <a:xfrm>
            <a:off x="1051560" y="512064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200" b="1">
                <a:solidFill>
                  <a:srgbClr val="FFC64D"/>
                </a:solidFill>
                <a:latin typeface="Montserrat"/>
              </a:rPr>
              <a:t>A</a:t>
            </a:r>
            <a:endParaRPr/>
          </a:p>
        </p:txBody>
      </p:sp>
      <p:sp>
        <p:nvSpPr>
          <p:cNvPr id="1298831113" name="TextBox 807"/>
          <p:cNvSpPr txBox="1"/>
          <p:nvPr/>
        </p:nvSpPr>
        <p:spPr bwMode="auto">
          <a:xfrm>
            <a:off x="1600200" y="518464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500" b="1">
                <a:solidFill>
                  <a:srgbClr val="F5F7FA"/>
                </a:solidFill>
                <a:latin typeface="Montserrat"/>
              </a:rPr>
              <a:t>Les cadres</a:t>
            </a:r>
            <a:endParaRPr/>
          </a:p>
        </p:txBody>
      </p:sp>
      <p:sp>
        <p:nvSpPr>
          <p:cNvPr id="2035724390" name="TextBox 808"/>
          <p:cNvSpPr txBox="1"/>
          <p:nvPr/>
        </p:nvSpPr>
        <p:spPr bwMode="auto">
          <a:xfrm>
            <a:off x="1600200" y="5577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0">
                <a:solidFill>
                  <a:srgbClr val="8B92B3"/>
                </a:solidFill>
                <a:latin typeface="Consolas"/>
              </a:rPr>
              <a:t>management</a:t>
            </a:r>
            <a:endParaRPr/>
          </a:p>
        </p:txBody>
      </p:sp>
      <p:sp>
        <p:nvSpPr>
          <p:cNvPr id="14148855" name="Rounded Rectangle 809"/>
          <p:cNvSpPr/>
          <p:nvPr/>
        </p:nvSpPr>
        <p:spPr bwMode="auto">
          <a:xfrm>
            <a:off x="3566160" y="4937760"/>
            <a:ext cx="2606040" cy="118872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1555888" name="Rectangle 810"/>
          <p:cNvSpPr/>
          <p:nvPr/>
        </p:nvSpPr>
        <p:spPr bwMode="auto">
          <a:xfrm>
            <a:off x="3566160" y="4937760"/>
            <a:ext cx="54864" cy="118872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5234189" name="TextBox 811"/>
          <p:cNvSpPr txBox="1"/>
          <p:nvPr/>
        </p:nvSpPr>
        <p:spPr bwMode="auto">
          <a:xfrm>
            <a:off x="3840480" y="512064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200" b="1">
                <a:solidFill>
                  <a:srgbClr val="FFC64D"/>
                </a:solidFill>
                <a:latin typeface="Montserrat"/>
              </a:rPr>
              <a:t>B</a:t>
            </a:r>
            <a:endParaRPr/>
          </a:p>
        </p:txBody>
      </p:sp>
      <p:sp>
        <p:nvSpPr>
          <p:cNvPr id="1782926897" name="TextBox 812"/>
          <p:cNvSpPr txBox="1"/>
          <p:nvPr/>
        </p:nvSpPr>
        <p:spPr bwMode="auto">
          <a:xfrm>
            <a:off x="4389120" y="518464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500" b="1">
                <a:solidFill>
                  <a:srgbClr val="F5F7FA"/>
                </a:solidFill>
                <a:latin typeface="Montserrat"/>
              </a:rPr>
              <a:t>Les ouvriers</a:t>
            </a:r>
            <a:endParaRPr/>
          </a:p>
        </p:txBody>
      </p:sp>
      <p:sp>
        <p:nvSpPr>
          <p:cNvPr id="303285158" name="TextBox 813"/>
          <p:cNvSpPr txBox="1"/>
          <p:nvPr/>
        </p:nvSpPr>
        <p:spPr bwMode="auto">
          <a:xfrm>
            <a:off x="4389120" y="5577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0">
                <a:solidFill>
                  <a:srgbClr val="8B92B3"/>
                </a:solidFill>
                <a:latin typeface="Consolas"/>
              </a:rPr>
              <a:t>blue-collar</a:t>
            </a:r>
            <a:endParaRPr/>
          </a:p>
        </p:txBody>
      </p:sp>
      <p:sp>
        <p:nvSpPr>
          <p:cNvPr id="1284167218" name="Rounded Rectangle 814"/>
          <p:cNvSpPr/>
          <p:nvPr/>
        </p:nvSpPr>
        <p:spPr bwMode="auto">
          <a:xfrm>
            <a:off x="6355079" y="4937760"/>
            <a:ext cx="2606040" cy="118872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7055579" name="Rectangle 815"/>
          <p:cNvSpPr/>
          <p:nvPr/>
        </p:nvSpPr>
        <p:spPr bwMode="auto">
          <a:xfrm>
            <a:off x="6355079" y="4937760"/>
            <a:ext cx="54864" cy="118872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557997" name="TextBox 816"/>
          <p:cNvSpPr txBox="1"/>
          <p:nvPr/>
        </p:nvSpPr>
        <p:spPr bwMode="auto">
          <a:xfrm>
            <a:off x="6629399" y="512064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200" b="1">
                <a:solidFill>
                  <a:srgbClr val="FFC64D"/>
                </a:solidFill>
                <a:latin typeface="Montserrat"/>
              </a:rPr>
              <a:t>C</a:t>
            </a:r>
            <a:endParaRPr/>
          </a:p>
        </p:txBody>
      </p:sp>
      <p:sp>
        <p:nvSpPr>
          <p:cNvPr id="432104792" name="TextBox 817"/>
          <p:cNvSpPr txBox="1"/>
          <p:nvPr/>
        </p:nvSpPr>
        <p:spPr bwMode="auto">
          <a:xfrm>
            <a:off x="7178039" y="518464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500" b="1">
                <a:solidFill>
                  <a:srgbClr val="F5F7FA"/>
                </a:solidFill>
                <a:latin typeface="Montserrat"/>
              </a:rPr>
              <a:t>Les étudiants</a:t>
            </a:r>
            <a:endParaRPr/>
          </a:p>
        </p:txBody>
      </p:sp>
      <p:sp>
        <p:nvSpPr>
          <p:cNvPr id="1682883461" name="TextBox 818"/>
          <p:cNvSpPr txBox="1"/>
          <p:nvPr/>
        </p:nvSpPr>
        <p:spPr bwMode="auto">
          <a:xfrm>
            <a:off x="7178039" y="5577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0">
                <a:solidFill>
                  <a:srgbClr val="8B92B3"/>
                </a:solidFill>
                <a:latin typeface="Consolas"/>
              </a:rPr>
              <a:t>student</a:t>
            </a:r>
            <a:endParaRPr/>
          </a:p>
        </p:txBody>
      </p:sp>
      <p:sp>
        <p:nvSpPr>
          <p:cNvPr id="361763317" name="Rounded Rectangle 819"/>
          <p:cNvSpPr/>
          <p:nvPr/>
        </p:nvSpPr>
        <p:spPr bwMode="auto">
          <a:xfrm>
            <a:off x="9143999" y="4937760"/>
            <a:ext cx="2606040" cy="118872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1022551" name="Rectangle 820"/>
          <p:cNvSpPr/>
          <p:nvPr/>
        </p:nvSpPr>
        <p:spPr bwMode="auto">
          <a:xfrm>
            <a:off x="9143999" y="4937760"/>
            <a:ext cx="54864" cy="118872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1516185" name="TextBox 821"/>
          <p:cNvSpPr txBox="1"/>
          <p:nvPr/>
        </p:nvSpPr>
        <p:spPr bwMode="auto">
          <a:xfrm>
            <a:off x="9418319" y="512064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200" b="1">
                <a:solidFill>
                  <a:srgbClr val="FFC64D"/>
                </a:solidFill>
                <a:latin typeface="Montserrat"/>
              </a:rPr>
              <a:t>D</a:t>
            </a:r>
            <a:endParaRPr/>
          </a:p>
        </p:txBody>
      </p:sp>
      <p:sp>
        <p:nvSpPr>
          <p:cNvPr id="1272500343" name="TextBox 822"/>
          <p:cNvSpPr txBox="1"/>
          <p:nvPr/>
        </p:nvSpPr>
        <p:spPr bwMode="auto">
          <a:xfrm>
            <a:off x="9966959" y="518464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500" b="1">
                <a:solidFill>
                  <a:srgbClr val="F5F7FA"/>
                </a:solidFill>
                <a:latin typeface="Montserrat"/>
              </a:rPr>
              <a:t>Les techniciens</a:t>
            </a:r>
            <a:endParaRPr/>
          </a:p>
        </p:txBody>
      </p:sp>
      <p:sp>
        <p:nvSpPr>
          <p:cNvPr id="1265696130" name="TextBox 823"/>
          <p:cNvSpPr txBox="1"/>
          <p:nvPr/>
        </p:nvSpPr>
        <p:spPr bwMode="auto">
          <a:xfrm>
            <a:off x="9966959" y="5577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0">
                <a:solidFill>
                  <a:srgbClr val="8B92B3"/>
                </a:solidFill>
                <a:latin typeface="Consolas"/>
              </a:rPr>
              <a:t>technician</a:t>
            </a:r>
            <a:endParaRPr/>
          </a:p>
        </p:txBody>
      </p:sp>
      <p:sp>
        <p:nvSpPr>
          <p:cNvPr id="1085492406" name="Rectangle 824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7718539" name="TextBox 825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338409046" name="TextBox 826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10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62043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2060839" name="Oval 2"/>
          <p:cNvSpPr/>
          <p:nvPr/>
        </p:nvSpPr>
        <p:spPr bwMode="auto">
          <a:xfrm>
            <a:off x="777240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3671927" name="Oval 3"/>
          <p:cNvSpPr/>
          <p:nvPr/>
        </p:nvSpPr>
        <p:spPr bwMode="auto">
          <a:xfrm>
            <a:off x="777240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2355357" name="Oval 4"/>
          <p:cNvSpPr/>
          <p:nvPr/>
        </p:nvSpPr>
        <p:spPr bwMode="auto">
          <a:xfrm>
            <a:off x="777240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4514729" name="Oval 5"/>
          <p:cNvSpPr/>
          <p:nvPr/>
        </p:nvSpPr>
        <p:spPr bwMode="auto">
          <a:xfrm>
            <a:off x="777240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9847306" name="Oval 6"/>
          <p:cNvSpPr/>
          <p:nvPr/>
        </p:nvSpPr>
        <p:spPr bwMode="auto">
          <a:xfrm>
            <a:off x="777240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8389535" name="Oval 7"/>
          <p:cNvSpPr/>
          <p:nvPr/>
        </p:nvSpPr>
        <p:spPr bwMode="auto">
          <a:xfrm>
            <a:off x="777240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4557430" name="Oval 8"/>
          <p:cNvSpPr/>
          <p:nvPr/>
        </p:nvSpPr>
        <p:spPr bwMode="auto">
          <a:xfrm>
            <a:off x="777240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4028544" name="Oval 9"/>
          <p:cNvSpPr/>
          <p:nvPr/>
        </p:nvSpPr>
        <p:spPr bwMode="auto">
          <a:xfrm>
            <a:off x="777240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6649876" name="Oval 10"/>
          <p:cNvSpPr/>
          <p:nvPr/>
        </p:nvSpPr>
        <p:spPr bwMode="auto">
          <a:xfrm>
            <a:off x="777240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8617317" name="Oval 11"/>
          <p:cNvSpPr/>
          <p:nvPr/>
        </p:nvSpPr>
        <p:spPr bwMode="auto">
          <a:xfrm>
            <a:off x="777240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7459429" name="Oval 12"/>
          <p:cNvSpPr/>
          <p:nvPr/>
        </p:nvSpPr>
        <p:spPr bwMode="auto">
          <a:xfrm>
            <a:off x="777240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6320769" name="Oval 13"/>
          <p:cNvSpPr/>
          <p:nvPr/>
        </p:nvSpPr>
        <p:spPr bwMode="auto">
          <a:xfrm>
            <a:off x="777240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8846256" name="Oval 14"/>
          <p:cNvSpPr/>
          <p:nvPr/>
        </p:nvSpPr>
        <p:spPr bwMode="auto">
          <a:xfrm>
            <a:off x="777240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1564284" name="Oval 15"/>
          <p:cNvSpPr/>
          <p:nvPr/>
        </p:nvSpPr>
        <p:spPr bwMode="auto">
          <a:xfrm>
            <a:off x="777240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5016671" name="Oval 16"/>
          <p:cNvSpPr/>
          <p:nvPr/>
        </p:nvSpPr>
        <p:spPr bwMode="auto">
          <a:xfrm>
            <a:off x="777240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2997409" name="Oval 17"/>
          <p:cNvSpPr/>
          <p:nvPr/>
        </p:nvSpPr>
        <p:spPr bwMode="auto">
          <a:xfrm>
            <a:off x="777240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6238758" name="Oval 18"/>
          <p:cNvSpPr/>
          <p:nvPr/>
        </p:nvSpPr>
        <p:spPr bwMode="auto">
          <a:xfrm>
            <a:off x="777240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475065" name="Oval 19"/>
          <p:cNvSpPr/>
          <p:nvPr/>
        </p:nvSpPr>
        <p:spPr bwMode="auto">
          <a:xfrm>
            <a:off x="777240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8523092" name="Oval 20"/>
          <p:cNvSpPr/>
          <p:nvPr/>
        </p:nvSpPr>
        <p:spPr bwMode="auto">
          <a:xfrm>
            <a:off x="777240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2300385" name="Oval 21"/>
          <p:cNvSpPr/>
          <p:nvPr/>
        </p:nvSpPr>
        <p:spPr bwMode="auto">
          <a:xfrm>
            <a:off x="777240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2156809" name="Oval 22"/>
          <p:cNvSpPr/>
          <p:nvPr/>
        </p:nvSpPr>
        <p:spPr bwMode="auto">
          <a:xfrm>
            <a:off x="806500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034703" name="Oval 23"/>
          <p:cNvSpPr/>
          <p:nvPr/>
        </p:nvSpPr>
        <p:spPr bwMode="auto">
          <a:xfrm>
            <a:off x="806500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6059673" name="Oval 24"/>
          <p:cNvSpPr/>
          <p:nvPr/>
        </p:nvSpPr>
        <p:spPr bwMode="auto">
          <a:xfrm>
            <a:off x="806500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4075184" name="Oval 25"/>
          <p:cNvSpPr/>
          <p:nvPr/>
        </p:nvSpPr>
        <p:spPr bwMode="auto">
          <a:xfrm>
            <a:off x="806500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9428423" name="Oval 26"/>
          <p:cNvSpPr/>
          <p:nvPr/>
        </p:nvSpPr>
        <p:spPr bwMode="auto">
          <a:xfrm>
            <a:off x="806500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7880382" name="Oval 27"/>
          <p:cNvSpPr/>
          <p:nvPr/>
        </p:nvSpPr>
        <p:spPr bwMode="auto">
          <a:xfrm>
            <a:off x="806500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500007" name="Oval 28"/>
          <p:cNvSpPr/>
          <p:nvPr/>
        </p:nvSpPr>
        <p:spPr bwMode="auto">
          <a:xfrm>
            <a:off x="806500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1949917" name="Oval 29"/>
          <p:cNvSpPr/>
          <p:nvPr/>
        </p:nvSpPr>
        <p:spPr bwMode="auto">
          <a:xfrm>
            <a:off x="806500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6909124" name="Oval 30"/>
          <p:cNvSpPr/>
          <p:nvPr/>
        </p:nvSpPr>
        <p:spPr bwMode="auto">
          <a:xfrm>
            <a:off x="806500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288921" name="Oval 31"/>
          <p:cNvSpPr/>
          <p:nvPr/>
        </p:nvSpPr>
        <p:spPr bwMode="auto">
          <a:xfrm>
            <a:off x="806500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7329554" name="Oval 32"/>
          <p:cNvSpPr/>
          <p:nvPr/>
        </p:nvSpPr>
        <p:spPr bwMode="auto">
          <a:xfrm>
            <a:off x="806500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7609955" name="Oval 33"/>
          <p:cNvSpPr/>
          <p:nvPr/>
        </p:nvSpPr>
        <p:spPr bwMode="auto">
          <a:xfrm>
            <a:off x="806500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9760883" name="Oval 34"/>
          <p:cNvSpPr/>
          <p:nvPr/>
        </p:nvSpPr>
        <p:spPr bwMode="auto">
          <a:xfrm>
            <a:off x="806500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0036156" name="Oval 35"/>
          <p:cNvSpPr/>
          <p:nvPr/>
        </p:nvSpPr>
        <p:spPr bwMode="auto">
          <a:xfrm>
            <a:off x="806500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0889568" name="Oval 36"/>
          <p:cNvSpPr/>
          <p:nvPr/>
        </p:nvSpPr>
        <p:spPr bwMode="auto">
          <a:xfrm>
            <a:off x="806500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3504219" name="Oval 37"/>
          <p:cNvSpPr/>
          <p:nvPr/>
        </p:nvSpPr>
        <p:spPr bwMode="auto">
          <a:xfrm>
            <a:off x="806500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2584188" name="Oval 38"/>
          <p:cNvSpPr/>
          <p:nvPr/>
        </p:nvSpPr>
        <p:spPr bwMode="auto">
          <a:xfrm>
            <a:off x="806500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10623" name="Oval 39"/>
          <p:cNvSpPr/>
          <p:nvPr/>
        </p:nvSpPr>
        <p:spPr bwMode="auto">
          <a:xfrm>
            <a:off x="806500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1120790" name="Oval 40"/>
          <p:cNvSpPr/>
          <p:nvPr/>
        </p:nvSpPr>
        <p:spPr bwMode="auto">
          <a:xfrm>
            <a:off x="806500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9463808" name="Oval 41"/>
          <p:cNvSpPr/>
          <p:nvPr/>
        </p:nvSpPr>
        <p:spPr bwMode="auto">
          <a:xfrm>
            <a:off x="806500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1970531" name="Oval 42"/>
          <p:cNvSpPr/>
          <p:nvPr/>
        </p:nvSpPr>
        <p:spPr bwMode="auto">
          <a:xfrm>
            <a:off x="8357616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2060041" name="Oval 43"/>
          <p:cNvSpPr/>
          <p:nvPr/>
        </p:nvSpPr>
        <p:spPr bwMode="auto">
          <a:xfrm>
            <a:off x="8357616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8970560" name="Oval 44"/>
          <p:cNvSpPr/>
          <p:nvPr/>
        </p:nvSpPr>
        <p:spPr bwMode="auto">
          <a:xfrm>
            <a:off x="8357616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9535208" name="Oval 45"/>
          <p:cNvSpPr/>
          <p:nvPr/>
        </p:nvSpPr>
        <p:spPr bwMode="auto">
          <a:xfrm>
            <a:off x="8357616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9683564" name="Oval 46"/>
          <p:cNvSpPr/>
          <p:nvPr/>
        </p:nvSpPr>
        <p:spPr bwMode="auto">
          <a:xfrm>
            <a:off x="8357616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2246210" name="Oval 47"/>
          <p:cNvSpPr/>
          <p:nvPr/>
        </p:nvSpPr>
        <p:spPr bwMode="auto">
          <a:xfrm>
            <a:off x="8357616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5944417" name="Oval 48"/>
          <p:cNvSpPr/>
          <p:nvPr/>
        </p:nvSpPr>
        <p:spPr bwMode="auto">
          <a:xfrm>
            <a:off x="8357616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8081576" name="Oval 49"/>
          <p:cNvSpPr/>
          <p:nvPr/>
        </p:nvSpPr>
        <p:spPr bwMode="auto">
          <a:xfrm>
            <a:off x="8357616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3607696" name="Oval 50"/>
          <p:cNvSpPr/>
          <p:nvPr/>
        </p:nvSpPr>
        <p:spPr bwMode="auto">
          <a:xfrm>
            <a:off x="8357616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3997889" name="Oval 51"/>
          <p:cNvSpPr/>
          <p:nvPr/>
        </p:nvSpPr>
        <p:spPr bwMode="auto">
          <a:xfrm>
            <a:off x="8357616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0970847" name="Oval 52"/>
          <p:cNvSpPr/>
          <p:nvPr/>
        </p:nvSpPr>
        <p:spPr bwMode="auto">
          <a:xfrm>
            <a:off x="8357616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492866" name="Oval 53"/>
          <p:cNvSpPr/>
          <p:nvPr/>
        </p:nvSpPr>
        <p:spPr bwMode="auto">
          <a:xfrm>
            <a:off x="8357616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6933937" name="Oval 54"/>
          <p:cNvSpPr/>
          <p:nvPr/>
        </p:nvSpPr>
        <p:spPr bwMode="auto">
          <a:xfrm>
            <a:off x="8357616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589504" name="Oval 55"/>
          <p:cNvSpPr/>
          <p:nvPr/>
        </p:nvSpPr>
        <p:spPr bwMode="auto">
          <a:xfrm>
            <a:off x="8357616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333016" name="Oval 56"/>
          <p:cNvSpPr/>
          <p:nvPr/>
        </p:nvSpPr>
        <p:spPr bwMode="auto">
          <a:xfrm>
            <a:off x="8357616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331658" name="Oval 57"/>
          <p:cNvSpPr/>
          <p:nvPr/>
        </p:nvSpPr>
        <p:spPr bwMode="auto">
          <a:xfrm>
            <a:off x="8357616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358356" name="Oval 58"/>
          <p:cNvSpPr/>
          <p:nvPr/>
        </p:nvSpPr>
        <p:spPr bwMode="auto">
          <a:xfrm>
            <a:off x="8357616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7089992" name="Oval 59"/>
          <p:cNvSpPr/>
          <p:nvPr/>
        </p:nvSpPr>
        <p:spPr bwMode="auto">
          <a:xfrm>
            <a:off x="8357616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6936701" name="Oval 60"/>
          <p:cNvSpPr/>
          <p:nvPr/>
        </p:nvSpPr>
        <p:spPr bwMode="auto">
          <a:xfrm>
            <a:off x="8357616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3064501" name="Oval 61"/>
          <p:cNvSpPr/>
          <p:nvPr/>
        </p:nvSpPr>
        <p:spPr bwMode="auto">
          <a:xfrm>
            <a:off x="8357616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1671704" name="Oval 62"/>
          <p:cNvSpPr/>
          <p:nvPr/>
        </p:nvSpPr>
        <p:spPr bwMode="auto">
          <a:xfrm>
            <a:off x="8650224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3526779" name="Oval 63"/>
          <p:cNvSpPr/>
          <p:nvPr/>
        </p:nvSpPr>
        <p:spPr bwMode="auto">
          <a:xfrm>
            <a:off x="8650224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6565361" name="Oval 64"/>
          <p:cNvSpPr/>
          <p:nvPr/>
        </p:nvSpPr>
        <p:spPr bwMode="auto">
          <a:xfrm>
            <a:off x="8650224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423418" name="Oval 65"/>
          <p:cNvSpPr/>
          <p:nvPr/>
        </p:nvSpPr>
        <p:spPr bwMode="auto">
          <a:xfrm>
            <a:off x="8650224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702545" name="Oval 66"/>
          <p:cNvSpPr/>
          <p:nvPr/>
        </p:nvSpPr>
        <p:spPr bwMode="auto">
          <a:xfrm>
            <a:off x="8650224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2581360" name="Oval 67"/>
          <p:cNvSpPr/>
          <p:nvPr/>
        </p:nvSpPr>
        <p:spPr bwMode="auto">
          <a:xfrm>
            <a:off x="8650224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0092187" name="Oval 68"/>
          <p:cNvSpPr/>
          <p:nvPr/>
        </p:nvSpPr>
        <p:spPr bwMode="auto">
          <a:xfrm>
            <a:off x="8650224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0440426" name="Oval 69"/>
          <p:cNvSpPr/>
          <p:nvPr/>
        </p:nvSpPr>
        <p:spPr bwMode="auto">
          <a:xfrm>
            <a:off x="8650224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43178" name="Oval 70"/>
          <p:cNvSpPr/>
          <p:nvPr/>
        </p:nvSpPr>
        <p:spPr bwMode="auto">
          <a:xfrm>
            <a:off x="8650224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0617406" name="Oval 71"/>
          <p:cNvSpPr/>
          <p:nvPr/>
        </p:nvSpPr>
        <p:spPr bwMode="auto">
          <a:xfrm>
            <a:off x="8650224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8902570" name="Oval 72"/>
          <p:cNvSpPr/>
          <p:nvPr/>
        </p:nvSpPr>
        <p:spPr bwMode="auto">
          <a:xfrm>
            <a:off x="8650224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8281697" name="Oval 73"/>
          <p:cNvSpPr/>
          <p:nvPr/>
        </p:nvSpPr>
        <p:spPr bwMode="auto">
          <a:xfrm>
            <a:off x="8650224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9666010" name="Oval 74"/>
          <p:cNvSpPr/>
          <p:nvPr/>
        </p:nvSpPr>
        <p:spPr bwMode="auto">
          <a:xfrm>
            <a:off x="8650224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05717" name="Oval 75"/>
          <p:cNvSpPr/>
          <p:nvPr/>
        </p:nvSpPr>
        <p:spPr bwMode="auto">
          <a:xfrm>
            <a:off x="8650224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3108967" name="Oval 76"/>
          <p:cNvSpPr/>
          <p:nvPr/>
        </p:nvSpPr>
        <p:spPr bwMode="auto">
          <a:xfrm>
            <a:off x="8650224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4012337" name="Oval 77"/>
          <p:cNvSpPr/>
          <p:nvPr/>
        </p:nvSpPr>
        <p:spPr bwMode="auto">
          <a:xfrm>
            <a:off x="8650224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5470008" name="Oval 78"/>
          <p:cNvSpPr/>
          <p:nvPr/>
        </p:nvSpPr>
        <p:spPr bwMode="auto">
          <a:xfrm>
            <a:off x="8650224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0810019" name="Oval 79"/>
          <p:cNvSpPr/>
          <p:nvPr/>
        </p:nvSpPr>
        <p:spPr bwMode="auto">
          <a:xfrm>
            <a:off x="8650224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041118" name="Oval 80"/>
          <p:cNvSpPr/>
          <p:nvPr/>
        </p:nvSpPr>
        <p:spPr bwMode="auto">
          <a:xfrm>
            <a:off x="8650224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7971889" name="Oval 81"/>
          <p:cNvSpPr/>
          <p:nvPr/>
        </p:nvSpPr>
        <p:spPr bwMode="auto">
          <a:xfrm>
            <a:off x="8650224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5484255" name="Oval 82"/>
          <p:cNvSpPr/>
          <p:nvPr/>
        </p:nvSpPr>
        <p:spPr bwMode="auto">
          <a:xfrm>
            <a:off x="8942832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4779628" name="Oval 83"/>
          <p:cNvSpPr/>
          <p:nvPr/>
        </p:nvSpPr>
        <p:spPr bwMode="auto">
          <a:xfrm>
            <a:off x="8942832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2924329" name="Oval 84"/>
          <p:cNvSpPr/>
          <p:nvPr/>
        </p:nvSpPr>
        <p:spPr bwMode="auto">
          <a:xfrm>
            <a:off x="8942832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534662" name="Oval 85"/>
          <p:cNvSpPr/>
          <p:nvPr/>
        </p:nvSpPr>
        <p:spPr bwMode="auto">
          <a:xfrm>
            <a:off x="8942832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9932826" name="Oval 86"/>
          <p:cNvSpPr/>
          <p:nvPr/>
        </p:nvSpPr>
        <p:spPr bwMode="auto">
          <a:xfrm>
            <a:off x="8942832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5308858" name="Oval 87"/>
          <p:cNvSpPr/>
          <p:nvPr/>
        </p:nvSpPr>
        <p:spPr bwMode="auto">
          <a:xfrm>
            <a:off x="8942832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6723827" name="Oval 88"/>
          <p:cNvSpPr/>
          <p:nvPr/>
        </p:nvSpPr>
        <p:spPr bwMode="auto">
          <a:xfrm>
            <a:off x="8942832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0601232" name="Oval 89"/>
          <p:cNvSpPr/>
          <p:nvPr/>
        </p:nvSpPr>
        <p:spPr bwMode="auto">
          <a:xfrm>
            <a:off x="8942832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2538960" name="Oval 90"/>
          <p:cNvSpPr/>
          <p:nvPr/>
        </p:nvSpPr>
        <p:spPr bwMode="auto">
          <a:xfrm>
            <a:off x="8942832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2059050" name="Oval 91"/>
          <p:cNvSpPr/>
          <p:nvPr/>
        </p:nvSpPr>
        <p:spPr bwMode="auto">
          <a:xfrm>
            <a:off x="8942832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4814102" name="Oval 92"/>
          <p:cNvSpPr/>
          <p:nvPr/>
        </p:nvSpPr>
        <p:spPr bwMode="auto">
          <a:xfrm>
            <a:off x="8942832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6607026" name="Oval 93"/>
          <p:cNvSpPr/>
          <p:nvPr/>
        </p:nvSpPr>
        <p:spPr bwMode="auto">
          <a:xfrm>
            <a:off x="8942832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3119563" name="Oval 94"/>
          <p:cNvSpPr/>
          <p:nvPr/>
        </p:nvSpPr>
        <p:spPr bwMode="auto">
          <a:xfrm>
            <a:off x="8942832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8434722" name="Oval 95"/>
          <p:cNvSpPr/>
          <p:nvPr/>
        </p:nvSpPr>
        <p:spPr bwMode="auto">
          <a:xfrm>
            <a:off x="8942832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7390470" name="Oval 96"/>
          <p:cNvSpPr/>
          <p:nvPr/>
        </p:nvSpPr>
        <p:spPr bwMode="auto">
          <a:xfrm>
            <a:off x="8942832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063560" name="Oval 97"/>
          <p:cNvSpPr/>
          <p:nvPr/>
        </p:nvSpPr>
        <p:spPr bwMode="auto">
          <a:xfrm>
            <a:off x="8942832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797237" name="Oval 98"/>
          <p:cNvSpPr/>
          <p:nvPr/>
        </p:nvSpPr>
        <p:spPr bwMode="auto">
          <a:xfrm>
            <a:off x="8942832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996295" name="Oval 99"/>
          <p:cNvSpPr/>
          <p:nvPr/>
        </p:nvSpPr>
        <p:spPr bwMode="auto">
          <a:xfrm>
            <a:off x="8942832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3242203" name="Oval 100"/>
          <p:cNvSpPr/>
          <p:nvPr/>
        </p:nvSpPr>
        <p:spPr bwMode="auto">
          <a:xfrm>
            <a:off x="8942832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8025035" name="Oval 101"/>
          <p:cNvSpPr/>
          <p:nvPr/>
        </p:nvSpPr>
        <p:spPr bwMode="auto">
          <a:xfrm>
            <a:off x="8942832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6401077" name="Oval 102"/>
          <p:cNvSpPr/>
          <p:nvPr/>
        </p:nvSpPr>
        <p:spPr bwMode="auto">
          <a:xfrm>
            <a:off x="923544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1093564" name="Oval 103"/>
          <p:cNvSpPr/>
          <p:nvPr/>
        </p:nvSpPr>
        <p:spPr bwMode="auto">
          <a:xfrm>
            <a:off x="923544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3555330" name="Oval 104"/>
          <p:cNvSpPr/>
          <p:nvPr/>
        </p:nvSpPr>
        <p:spPr bwMode="auto">
          <a:xfrm>
            <a:off x="923544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8970711" name="Oval 105"/>
          <p:cNvSpPr/>
          <p:nvPr/>
        </p:nvSpPr>
        <p:spPr bwMode="auto">
          <a:xfrm>
            <a:off x="923544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4477308" name="Oval 106"/>
          <p:cNvSpPr/>
          <p:nvPr/>
        </p:nvSpPr>
        <p:spPr bwMode="auto">
          <a:xfrm>
            <a:off x="923544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788783" name="Oval 107"/>
          <p:cNvSpPr/>
          <p:nvPr/>
        </p:nvSpPr>
        <p:spPr bwMode="auto">
          <a:xfrm>
            <a:off x="923544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1585738" name="Oval 108"/>
          <p:cNvSpPr/>
          <p:nvPr/>
        </p:nvSpPr>
        <p:spPr bwMode="auto">
          <a:xfrm>
            <a:off x="923544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7457569" name="Oval 109"/>
          <p:cNvSpPr/>
          <p:nvPr/>
        </p:nvSpPr>
        <p:spPr bwMode="auto">
          <a:xfrm>
            <a:off x="923544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2879744" name="Oval 110"/>
          <p:cNvSpPr/>
          <p:nvPr/>
        </p:nvSpPr>
        <p:spPr bwMode="auto">
          <a:xfrm>
            <a:off x="923544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4989704" name="Oval 111"/>
          <p:cNvSpPr/>
          <p:nvPr/>
        </p:nvSpPr>
        <p:spPr bwMode="auto">
          <a:xfrm>
            <a:off x="923544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4585391" name="Oval 112"/>
          <p:cNvSpPr/>
          <p:nvPr/>
        </p:nvSpPr>
        <p:spPr bwMode="auto">
          <a:xfrm>
            <a:off x="923544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5925107" name="Oval 113"/>
          <p:cNvSpPr/>
          <p:nvPr/>
        </p:nvSpPr>
        <p:spPr bwMode="auto">
          <a:xfrm>
            <a:off x="923544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480242" name="Oval 114"/>
          <p:cNvSpPr/>
          <p:nvPr/>
        </p:nvSpPr>
        <p:spPr bwMode="auto">
          <a:xfrm>
            <a:off x="923544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7990694" name="Oval 115"/>
          <p:cNvSpPr/>
          <p:nvPr/>
        </p:nvSpPr>
        <p:spPr bwMode="auto">
          <a:xfrm>
            <a:off x="923544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7328340" name="Oval 116"/>
          <p:cNvSpPr/>
          <p:nvPr/>
        </p:nvSpPr>
        <p:spPr bwMode="auto">
          <a:xfrm>
            <a:off x="923544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7681089" name="Oval 117"/>
          <p:cNvSpPr/>
          <p:nvPr/>
        </p:nvSpPr>
        <p:spPr bwMode="auto">
          <a:xfrm>
            <a:off x="923544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7101371" name="Oval 118"/>
          <p:cNvSpPr/>
          <p:nvPr/>
        </p:nvSpPr>
        <p:spPr bwMode="auto">
          <a:xfrm>
            <a:off x="923544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3722239" name="Oval 119"/>
          <p:cNvSpPr/>
          <p:nvPr/>
        </p:nvSpPr>
        <p:spPr bwMode="auto">
          <a:xfrm>
            <a:off x="923544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7174412" name="Oval 120"/>
          <p:cNvSpPr/>
          <p:nvPr/>
        </p:nvSpPr>
        <p:spPr bwMode="auto">
          <a:xfrm>
            <a:off x="923544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1373315" name="Oval 121"/>
          <p:cNvSpPr/>
          <p:nvPr/>
        </p:nvSpPr>
        <p:spPr bwMode="auto">
          <a:xfrm>
            <a:off x="923544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2001279" name="Oval 122"/>
          <p:cNvSpPr/>
          <p:nvPr/>
        </p:nvSpPr>
        <p:spPr bwMode="auto">
          <a:xfrm>
            <a:off x="952804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423698" name="Oval 123"/>
          <p:cNvSpPr/>
          <p:nvPr/>
        </p:nvSpPr>
        <p:spPr bwMode="auto">
          <a:xfrm>
            <a:off x="952804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6632119" name="Oval 124"/>
          <p:cNvSpPr/>
          <p:nvPr/>
        </p:nvSpPr>
        <p:spPr bwMode="auto">
          <a:xfrm>
            <a:off x="952804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5673092" name="Oval 125"/>
          <p:cNvSpPr/>
          <p:nvPr/>
        </p:nvSpPr>
        <p:spPr bwMode="auto">
          <a:xfrm>
            <a:off x="952804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7183927" name="Oval 126"/>
          <p:cNvSpPr/>
          <p:nvPr/>
        </p:nvSpPr>
        <p:spPr bwMode="auto">
          <a:xfrm>
            <a:off x="952804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5038009" name="Oval 127"/>
          <p:cNvSpPr/>
          <p:nvPr/>
        </p:nvSpPr>
        <p:spPr bwMode="auto">
          <a:xfrm>
            <a:off x="952804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5484765" name="Oval 128"/>
          <p:cNvSpPr/>
          <p:nvPr/>
        </p:nvSpPr>
        <p:spPr bwMode="auto">
          <a:xfrm>
            <a:off x="952804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4095964" name="Oval 129"/>
          <p:cNvSpPr/>
          <p:nvPr/>
        </p:nvSpPr>
        <p:spPr bwMode="auto">
          <a:xfrm>
            <a:off x="952804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1073270" name="Oval 130"/>
          <p:cNvSpPr/>
          <p:nvPr/>
        </p:nvSpPr>
        <p:spPr bwMode="auto">
          <a:xfrm>
            <a:off x="952804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6693675" name="Oval 131"/>
          <p:cNvSpPr/>
          <p:nvPr/>
        </p:nvSpPr>
        <p:spPr bwMode="auto">
          <a:xfrm>
            <a:off x="952804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8530744" name="Oval 132"/>
          <p:cNvSpPr/>
          <p:nvPr/>
        </p:nvSpPr>
        <p:spPr bwMode="auto">
          <a:xfrm>
            <a:off x="952804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8330265" name="Oval 133"/>
          <p:cNvSpPr/>
          <p:nvPr/>
        </p:nvSpPr>
        <p:spPr bwMode="auto">
          <a:xfrm>
            <a:off x="952804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3409623" name="Oval 134"/>
          <p:cNvSpPr/>
          <p:nvPr/>
        </p:nvSpPr>
        <p:spPr bwMode="auto">
          <a:xfrm>
            <a:off x="952804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0757802" name="Oval 135"/>
          <p:cNvSpPr/>
          <p:nvPr/>
        </p:nvSpPr>
        <p:spPr bwMode="auto">
          <a:xfrm>
            <a:off x="952804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6983890" name="Oval 136"/>
          <p:cNvSpPr/>
          <p:nvPr/>
        </p:nvSpPr>
        <p:spPr bwMode="auto">
          <a:xfrm>
            <a:off x="952804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011252" name="Oval 137"/>
          <p:cNvSpPr/>
          <p:nvPr/>
        </p:nvSpPr>
        <p:spPr bwMode="auto">
          <a:xfrm>
            <a:off x="952804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5005349" name="Oval 138"/>
          <p:cNvSpPr/>
          <p:nvPr/>
        </p:nvSpPr>
        <p:spPr bwMode="auto">
          <a:xfrm>
            <a:off x="952804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1141124" name="Oval 139"/>
          <p:cNvSpPr/>
          <p:nvPr/>
        </p:nvSpPr>
        <p:spPr bwMode="auto">
          <a:xfrm>
            <a:off x="952804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3248469" name="Oval 140"/>
          <p:cNvSpPr/>
          <p:nvPr/>
        </p:nvSpPr>
        <p:spPr bwMode="auto">
          <a:xfrm>
            <a:off x="952804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0236812" name="Oval 141"/>
          <p:cNvSpPr/>
          <p:nvPr/>
        </p:nvSpPr>
        <p:spPr bwMode="auto">
          <a:xfrm>
            <a:off x="952804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0356811" name="Oval 142"/>
          <p:cNvSpPr/>
          <p:nvPr/>
        </p:nvSpPr>
        <p:spPr bwMode="auto">
          <a:xfrm>
            <a:off x="9820656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6526936" name="Oval 143"/>
          <p:cNvSpPr/>
          <p:nvPr/>
        </p:nvSpPr>
        <p:spPr bwMode="auto">
          <a:xfrm>
            <a:off x="9820656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3963338" name="Oval 144"/>
          <p:cNvSpPr/>
          <p:nvPr/>
        </p:nvSpPr>
        <p:spPr bwMode="auto">
          <a:xfrm>
            <a:off x="9820656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1632148" name="Oval 145"/>
          <p:cNvSpPr/>
          <p:nvPr/>
        </p:nvSpPr>
        <p:spPr bwMode="auto">
          <a:xfrm>
            <a:off x="9820656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7327773" name="Oval 146"/>
          <p:cNvSpPr/>
          <p:nvPr/>
        </p:nvSpPr>
        <p:spPr bwMode="auto">
          <a:xfrm>
            <a:off x="9820656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9180696" name="Oval 147"/>
          <p:cNvSpPr/>
          <p:nvPr/>
        </p:nvSpPr>
        <p:spPr bwMode="auto">
          <a:xfrm>
            <a:off x="9820656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5089856" name="Oval 148"/>
          <p:cNvSpPr/>
          <p:nvPr/>
        </p:nvSpPr>
        <p:spPr bwMode="auto">
          <a:xfrm>
            <a:off x="9820656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5597217" name="Oval 149"/>
          <p:cNvSpPr/>
          <p:nvPr/>
        </p:nvSpPr>
        <p:spPr bwMode="auto">
          <a:xfrm>
            <a:off x="9820656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9339733" name="Oval 150"/>
          <p:cNvSpPr/>
          <p:nvPr/>
        </p:nvSpPr>
        <p:spPr bwMode="auto">
          <a:xfrm>
            <a:off x="9820656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7544355" name="Oval 151"/>
          <p:cNvSpPr/>
          <p:nvPr/>
        </p:nvSpPr>
        <p:spPr bwMode="auto">
          <a:xfrm>
            <a:off x="9820656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5927180" name="Oval 152"/>
          <p:cNvSpPr/>
          <p:nvPr/>
        </p:nvSpPr>
        <p:spPr bwMode="auto">
          <a:xfrm>
            <a:off x="9820656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695371" name="Oval 153"/>
          <p:cNvSpPr/>
          <p:nvPr/>
        </p:nvSpPr>
        <p:spPr bwMode="auto">
          <a:xfrm>
            <a:off x="9820656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6415669" name="Oval 154"/>
          <p:cNvSpPr/>
          <p:nvPr/>
        </p:nvSpPr>
        <p:spPr bwMode="auto">
          <a:xfrm>
            <a:off x="9820656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7671668" name="Oval 155"/>
          <p:cNvSpPr/>
          <p:nvPr/>
        </p:nvSpPr>
        <p:spPr bwMode="auto">
          <a:xfrm>
            <a:off x="9820656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0221486" name="Oval 156"/>
          <p:cNvSpPr/>
          <p:nvPr/>
        </p:nvSpPr>
        <p:spPr bwMode="auto">
          <a:xfrm>
            <a:off x="9820656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1694359" name="Oval 157"/>
          <p:cNvSpPr/>
          <p:nvPr/>
        </p:nvSpPr>
        <p:spPr bwMode="auto">
          <a:xfrm>
            <a:off x="9820656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5088683" name="Oval 158"/>
          <p:cNvSpPr/>
          <p:nvPr/>
        </p:nvSpPr>
        <p:spPr bwMode="auto">
          <a:xfrm>
            <a:off x="9820656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2640543" name="Oval 159"/>
          <p:cNvSpPr/>
          <p:nvPr/>
        </p:nvSpPr>
        <p:spPr bwMode="auto">
          <a:xfrm>
            <a:off x="9820656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1208431" name="Oval 160"/>
          <p:cNvSpPr/>
          <p:nvPr/>
        </p:nvSpPr>
        <p:spPr bwMode="auto">
          <a:xfrm>
            <a:off x="9820656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508389" name="Oval 161"/>
          <p:cNvSpPr/>
          <p:nvPr/>
        </p:nvSpPr>
        <p:spPr bwMode="auto">
          <a:xfrm>
            <a:off x="9820656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6189853" name="Oval 162"/>
          <p:cNvSpPr/>
          <p:nvPr/>
        </p:nvSpPr>
        <p:spPr bwMode="auto">
          <a:xfrm>
            <a:off x="10113264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1525095" name="Oval 163"/>
          <p:cNvSpPr/>
          <p:nvPr/>
        </p:nvSpPr>
        <p:spPr bwMode="auto">
          <a:xfrm>
            <a:off x="10113264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4449847" name="Oval 164"/>
          <p:cNvSpPr/>
          <p:nvPr/>
        </p:nvSpPr>
        <p:spPr bwMode="auto">
          <a:xfrm>
            <a:off x="10113264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7219724" name="Oval 165"/>
          <p:cNvSpPr/>
          <p:nvPr/>
        </p:nvSpPr>
        <p:spPr bwMode="auto">
          <a:xfrm>
            <a:off x="10113264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9687218" name="Oval 166"/>
          <p:cNvSpPr/>
          <p:nvPr/>
        </p:nvSpPr>
        <p:spPr bwMode="auto">
          <a:xfrm>
            <a:off x="10113264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7677997" name="Oval 167"/>
          <p:cNvSpPr/>
          <p:nvPr/>
        </p:nvSpPr>
        <p:spPr bwMode="auto">
          <a:xfrm>
            <a:off x="10113264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3239682" name="Oval 168"/>
          <p:cNvSpPr/>
          <p:nvPr/>
        </p:nvSpPr>
        <p:spPr bwMode="auto">
          <a:xfrm>
            <a:off x="10113264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4429440" name="Oval 169"/>
          <p:cNvSpPr/>
          <p:nvPr/>
        </p:nvSpPr>
        <p:spPr bwMode="auto">
          <a:xfrm>
            <a:off x="10113264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3335713" name="Oval 170"/>
          <p:cNvSpPr/>
          <p:nvPr/>
        </p:nvSpPr>
        <p:spPr bwMode="auto">
          <a:xfrm>
            <a:off x="10113264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625197" name="Oval 171"/>
          <p:cNvSpPr/>
          <p:nvPr/>
        </p:nvSpPr>
        <p:spPr bwMode="auto">
          <a:xfrm>
            <a:off x="10113264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9603751" name="Oval 172"/>
          <p:cNvSpPr/>
          <p:nvPr/>
        </p:nvSpPr>
        <p:spPr bwMode="auto">
          <a:xfrm>
            <a:off x="10113264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0898501" name="Oval 173"/>
          <p:cNvSpPr/>
          <p:nvPr/>
        </p:nvSpPr>
        <p:spPr bwMode="auto">
          <a:xfrm>
            <a:off x="10113264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9786575" name="Oval 174"/>
          <p:cNvSpPr/>
          <p:nvPr/>
        </p:nvSpPr>
        <p:spPr bwMode="auto">
          <a:xfrm>
            <a:off x="10113264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2285869" name="Oval 175"/>
          <p:cNvSpPr/>
          <p:nvPr/>
        </p:nvSpPr>
        <p:spPr bwMode="auto">
          <a:xfrm>
            <a:off x="10113264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2482345" name="Oval 176"/>
          <p:cNvSpPr/>
          <p:nvPr/>
        </p:nvSpPr>
        <p:spPr bwMode="auto">
          <a:xfrm>
            <a:off x="10113264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1122545" name="Oval 177"/>
          <p:cNvSpPr/>
          <p:nvPr/>
        </p:nvSpPr>
        <p:spPr bwMode="auto">
          <a:xfrm>
            <a:off x="10113264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4200498" name="Oval 178"/>
          <p:cNvSpPr/>
          <p:nvPr/>
        </p:nvSpPr>
        <p:spPr bwMode="auto">
          <a:xfrm>
            <a:off x="10113264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4357528" name="Oval 179"/>
          <p:cNvSpPr/>
          <p:nvPr/>
        </p:nvSpPr>
        <p:spPr bwMode="auto">
          <a:xfrm>
            <a:off x="10113264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5443660" name="Oval 180"/>
          <p:cNvSpPr/>
          <p:nvPr/>
        </p:nvSpPr>
        <p:spPr bwMode="auto">
          <a:xfrm>
            <a:off x="10113264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1198450" name="Oval 181"/>
          <p:cNvSpPr/>
          <p:nvPr/>
        </p:nvSpPr>
        <p:spPr bwMode="auto">
          <a:xfrm>
            <a:off x="10113264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6811468" name="Oval 182"/>
          <p:cNvSpPr/>
          <p:nvPr/>
        </p:nvSpPr>
        <p:spPr bwMode="auto">
          <a:xfrm>
            <a:off x="10405872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1843008" name="Oval 183"/>
          <p:cNvSpPr/>
          <p:nvPr/>
        </p:nvSpPr>
        <p:spPr bwMode="auto">
          <a:xfrm>
            <a:off x="10405872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5799247" name="Oval 184"/>
          <p:cNvSpPr/>
          <p:nvPr/>
        </p:nvSpPr>
        <p:spPr bwMode="auto">
          <a:xfrm>
            <a:off x="10405872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721761" name="Oval 185"/>
          <p:cNvSpPr/>
          <p:nvPr/>
        </p:nvSpPr>
        <p:spPr bwMode="auto">
          <a:xfrm>
            <a:off x="10405872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3579915" name="Oval 186"/>
          <p:cNvSpPr/>
          <p:nvPr/>
        </p:nvSpPr>
        <p:spPr bwMode="auto">
          <a:xfrm>
            <a:off x="10405872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1024047" name="Oval 187"/>
          <p:cNvSpPr/>
          <p:nvPr/>
        </p:nvSpPr>
        <p:spPr bwMode="auto">
          <a:xfrm>
            <a:off x="10405872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5937638" name="Oval 188"/>
          <p:cNvSpPr/>
          <p:nvPr/>
        </p:nvSpPr>
        <p:spPr bwMode="auto">
          <a:xfrm>
            <a:off x="10405872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8282378" name="Oval 189"/>
          <p:cNvSpPr/>
          <p:nvPr/>
        </p:nvSpPr>
        <p:spPr bwMode="auto">
          <a:xfrm>
            <a:off x="10405872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1881835" name="Oval 190"/>
          <p:cNvSpPr/>
          <p:nvPr/>
        </p:nvSpPr>
        <p:spPr bwMode="auto">
          <a:xfrm>
            <a:off x="10405872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2734458" name="Oval 191"/>
          <p:cNvSpPr/>
          <p:nvPr/>
        </p:nvSpPr>
        <p:spPr bwMode="auto">
          <a:xfrm>
            <a:off x="10405872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4228290" name="Oval 192"/>
          <p:cNvSpPr/>
          <p:nvPr/>
        </p:nvSpPr>
        <p:spPr bwMode="auto">
          <a:xfrm>
            <a:off x="10405872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4181708" name="Oval 193"/>
          <p:cNvSpPr/>
          <p:nvPr/>
        </p:nvSpPr>
        <p:spPr bwMode="auto">
          <a:xfrm>
            <a:off x="10405872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1977571" name="Oval 194"/>
          <p:cNvSpPr/>
          <p:nvPr/>
        </p:nvSpPr>
        <p:spPr bwMode="auto">
          <a:xfrm>
            <a:off x="10405872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4473868" name="Oval 195"/>
          <p:cNvSpPr/>
          <p:nvPr/>
        </p:nvSpPr>
        <p:spPr bwMode="auto">
          <a:xfrm>
            <a:off x="10405872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4794746" name="Oval 196"/>
          <p:cNvSpPr/>
          <p:nvPr/>
        </p:nvSpPr>
        <p:spPr bwMode="auto">
          <a:xfrm>
            <a:off x="10405872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5304084" name="Oval 197"/>
          <p:cNvSpPr/>
          <p:nvPr/>
        </p:nvSpPr>
        <p:spPr bwMode="auto">
          <a:xfrm>
            <a:off x="10405872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1763455" name="Oval 198"/>
          <p:cNvSpPr/>
          <p:nvPr/>
        </p:nvSpPr>
        <p:spPr bwMode="auto">
          <a:xfrm>
            <a:off x="10405872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4815876" name="Oval 199"/>
          <p:cNvSpPr/>
          <p:nvPr/>
        </p:nvSpPr>
        <p:spPr bwMode="auto">
          <a:xfrm>
            <a:off x="10405872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9652721" name="Oval 200"/>
          <p:cNvSpPr/>
          <p:nvPr/>
        </p:nvSpPr>
        <p:spPr bwMode="auto">
          <a:xfrm>
            <a:off x="10405872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1545440" name="Oval 201"/>
          <p:cNvSpPr/>
          <p:nvPr/>
        </p:nvSpPr>
        <p:spPr bwMode="auto">
          <a:xfrm>
            <a:off x="10405872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9948264" name="Oval 20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755865" name="Oval 203"/>
          <p:cNvSpPr/>
          <p:nvPr/>
        </p:nvSpPr>
        <p:spPr bwMode="auto">
          <a:xfrm>
            <a:off x="1069848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6258259" name="Oval 204"/>
          <p:cNvSpPr/>
          <p:nvPr/>
        </p:nvSpPr>
        <p:spPr bwMode="auto">
          <a:xfrm>
            <a:off x="1069848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3352239" name="Oval 205"/>
          <p:cNvSpPr/>
          <p:nvPr/>
        </p:nvSpPr>
        <p:spPr bwMode="auto">
          <a:xfrm>
            <a:off x="1069848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6210407" name="Oval 206"/>
          <p:cNvSpPr/>
          <p:nvPr/>
        </p:nvSpPr>
        <p:spPr bwMode="auto">
          <a:xfrm>
            <a:off x="1069848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8740499" name="Oval 207"/>
          <p:cNvSpPr/>
          <p:nvPr/>
        </p:nvSpPr>
        <p:spPr bwMode="auto">
          <a:xfrm>
            <a:off x="1069848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9377377" name="Oval 208"/>
          <p:cNvSpPr/>
          <p:nvPr/>
        </p:nvSpPr>
        <p:spPr bwMode="auto">
          <a:xfrm>
            <a:off x="1069848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8065426" name="Oval 209"/>
          <p:cNvSpPr/>
          <p:nvPr/>
        </p:nvSpPr>
        <p:spPr bwMode="auto">
          <a:xfrm>
            <a:off x="1069848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6391556" name="Oval 210"/>
          <p:cNvSpPr/>
          <p:nvPr/>
        </p:nvSpPr>
        <p:spPr bwMode="auto">
          <a:xfrm>
            <a:off x="1069848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4506698" name="Oval 211"/>
          <p:cNvSpPr/>
          <p:nvPr/>
        </p:nvSpPr>
        <p:spPr bwMode="auto">
          <a:xfrm>
            <a:off x="1069848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9691616" name="Oval 212"/>
          <p:cNvSpPr/>
          <p:nvPr/>
        </p:nvSpPr>
        <p:spPr bwMode="auto">
          <a:xfrm>
            <a:off x="1069848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0051024" name="Oval 213"/>
          <p:cNvSpPr/>
          <p:nvPr/>
        </p:nvSpPr>
        <p:spPr bwMode="auto">
          <a:xfrm>
            <a:off x="1069848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1980982" name="Oval 214"/>
          <p:cNvSpPr/>
          <p:nvPr/>
        </p:nvSpPr>
        <p:spPr bwMode="auto">
          <a:xfrm>
            <a:off x="1069848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5700202" name="Oval 215"/>
          <p:cNvSpPr/>
          <p:nvPr/>
        </p:nvSpPr>
        <p:spPr bwMode="auto">
          <a:xfrm>
            <a:off x="1069848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8178882" name="Oval 216"/>
          <p:cNvSpPr/>
          <p:nvPr/>
        </p:nvSpPr>
        <p:spPr bwMode="auto">
          <a:xfrm>
            <a:off x="1069848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3471502" name="Oval 217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5978474" name="Oval 218"/>
          <p:cNvSpPr/>
          <p:nvPr/>
        </p:nvSpPr>
        <p:spPr bwMode="auto">
          <a:xfrm>
            <a:off x="1069848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6708840" name="Oval 219"/>
          <p:cNvSpPr/>
          <p:nvPr/>
        </p:nvSpPr>
        <p:spPr bwMode="auto">
          <a:xfrm>
            <a:off x="1069848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2972320" name="Oval 220"/>
          <p:cNvSpPr/>
          <p:nvPr/>
        </p:nvSpPr>
        <p:spPr bwMode="auto">
          <a:xfrm>
            <a:off x="1069848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3404661" name="Oval 221"/>
          <p:cNvSpPr/>
          <p:nvPr/>
        </p:nvSpPr>
        <p:spPr bwMode="auto">
          <a:xfrm>
            <a:off x="1069848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8500802" name="Oval 222"/>
          <p:cNvSpPr/>
          <p:nvPr/>
        </p:nvSpPr>
        <p:spPr bwMode="auto">
          <a:xfrm>
            <a:off x="1099108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7922418" name="Oval 223"/>
          <p:cNvSpPr/>
          <p:nvPr/>
        </p:nvSpPr>
        <p:spPr bwMode="auto">
          <a:xfrm>
            <a:off x="1099108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8231032" name="Oval 224"/>
          <p:cNvSpPr/>
          <p:nvPr/>
        </p:nvSpPr>
        <p:spPr bwMode="auto">
          <a:xfrm>
            <a:off x="1099108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0431493" name="Oval 225"/>
          <p:cNvSpPr/>
          <p:nvPr/>
        </p:nvSpPr>
        <p:spPr bwMode="auto">
          <a:xfrm>
            <a:off x="1099108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6096220" name="Oval 226"/>
          <p:cNvSpPr/>
          <p:nvPr/>
        </p:nvSpPr>
        <p:spPr bwMode="auto">
          <a:xfrm>
            <a:off x="1099108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4337416" name="Oval 227"/>
          <p:cNvSpPr/>
          <p:nvPr/>
        </p:nvSpPr>
        <p:spPr bwMode="auto">
          <a:xfrm>
            <a:off x="1099108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060849" name="Oval 228"/>
          <p:cNvSpPr/>
          <p:nvPr/>
        </p:nvSpPr>
        <p:spPr bwMode="auto">
          <a:xfrm>
            <a:off x="1099108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7334980" name="Oval 229"/>
          <p:cNvSpPr/>
          <p:nvPr/>
        </p:nvSpPr>
        <p:spPr bwMode="auto">
          <a:xfrm>
            <a:off x="1099108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1472734" name="Oval 230"/>
          <p:cNvSpPr/>
          <p:nvPr/>
        </p:nvSpPr>
        <p:spPr bwMode="auto">
          <a:xfrm>
            <a:off x="1099108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7625412" name="Oval 231"/>
          <p:cNvSpPr/>
          <p:nvPr/>
        </p:nvSpPr>
        <p:spPr bwMode="auto">
          <a:xfrm>
            <a:off x="1099108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5676047" name="Oval 232"/>
          <p:cNvSpPr/>
          <p:nvPr/>
        </p:nvSpPr>
        <p:spPr bwMode="auto">
          <a:xfrm>
            <a:off x="1099108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7713814" name="Oval 233"/>
          <p:cNvSpPr/>
          <p:nvPr/>
        </p:nvSpPr>
        <p:spPr bwMode="auto">
          <a:xfrm>
            <a:off x="1099108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4717832" name="Oval 234"/>
          <p:cNvSpPr/>
          <p:nvPr/>
        </p:nvSpPr>
        <p:spPr bwMode="auto">
          <a:xfrm>
            <a:off x="1099108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1709879" name="Oval 235"/>
          <p:cNvSpPr/>
          <p:nvPr/>
        </p:nvSpPr>
        <p:spPr bwMode="auto">
          <a:xfrm>
            <a:off x="1099108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9654197" name="Oval 236"/>
          <p:cNvSpPr/>
          <p:nvPr/>
        </p:nvSpPr>
        <p:spPr bwMode="auto">
          <a:xfrm>
            <a:off x="1099108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5280010" name="Oval 237"/>
          <p:cNvSpPr/>
          <p:nvPr/>
        </p:nvSpPr>
        <p:spPr bwMode="auto">
          <a:xfrm>
            <a:off x="1099108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6282459" name="Oval 238"/>
          <p:cNvSpPr/>
          <p:nvPr/>
        </p:nvSpPr>
        <p:spPr bwMode="auto">
          <a:xfrm>
            <a:off x="1099108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1447972" name="Oval 239"/>
          <p:cNvSpPr/>
          <p:nvPr/>
        </p:nvSpPr>
        <p:spPr bwMode="auto">
          <a:xfrm>
            <a:off x="1099108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673828" name="Oval 240"/>
          <p:cNvSpPr/>
          <p:nvPr/>
        </p:nvSpPr>
        <p:spPr bwMode="auto">
          <a:xfrm>
            <a:off x="1099108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4415592" name="Oval 241"/>
          <p:cNvSpPr/>
          <p:nvPr/>
        </p:nvSpPr>
        <p:spPr bwMode="auto">
          <a:xfrm>
            <a:off x="1099108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5003887" name="TextBox 242"/>
          <p:cNvSpPr txBox="1"/>
          <p:nvPr/>
        </p:nvSpPr>
        <p:spPr bwMode="auto">
          <a:xfrm flipH="0" flipV="0">
            <a:off x="8132507" y="2133419"/>
            <a:ext cx="3251772" cy="2591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85000"/>
              </a:lnSpc>
              <a:defRPr/>
            </a:pPr>
            <a:r>
              <a:rPr sz="20000" b="1">
                <a:solidFill>
                  <a:srgbClr val="1C224A"/>
                </a:solidFill>
                <a:latin typeface="Montserrat"/>
              </a:rPr>
              <a:t>04</a:t>
            </a:r>
            <a:endParaRPr sz="1100"/>
          </a:p>
        </p:txBody>
      </p:sp>
      <p:sp>
        <p:nvSpPr>
          <p:cNvPr id="955999234" name="Rounded Rectangle 243"/>
          <p:cNvSpPr/>
          <p:nvPr/>
        </p:nvSpPr>
        <p:spPr bwMode="auto">
          <a:xfrm>
            <a:off x="822960" y="2286000"/>
            <a:ext cx="137160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5827980" name="TextBox 244"/>
          <p:cNvSpPr txBox="1"/>
          <p:nvPr/>
        </p:nvSpPr>
        <p:spPr bwMode="auto">
          <a:xfrm>
            <a:off x="822960" y="23225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SECTION 04</a:t>
            </a:r>
            <a:endParaRPr/>
          </a:p>
        </p:txBody>
      </p:sp>
      <p:sp>
        <p:nvSpPr>
          <p:cNvPr id="1182130454" name="TextBox 245"/>
          <p:cNvSpPr txBox="1"/>
          <p:nvPr/>
        </p:nvSpPr>
        <p:spPr bwMode="auto">
          <a:xfrm>
            <a:off x="822960" y="274320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6800" b="1">
                <a:solidFill>
                  <a:srgbClr val="F5F7FA"/>
                </a:solidFill>
                <a:latin typeface="Montserrat"/>
              </a:rPr>
              <a:t>Quatre questions.</a:t>
            </a:r>
            <a:endParaRPr/>
          </a:p>
        </p:txBody>
      </p:sp>
      <p:sp>
        <p:nvSpPr>
          <p:cNvPr id="819853094" name="Rectangle 246"/>
          <p:cNvSpPr/>
          <p:nvPr/>
        </p:nvSpPr>
        <p:spPr bwMode="auto">
          <a:xfrm>
            <a:off x="868680" y="4572000"/>
            <a:ext cx="1188720" cy="54864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9987816" name="TextBox 247"/>
          <p:cNvSpPr txBox="1"/>
          <p:nvPr/>
        </p:nvSpPr>
        <p:spPr bwMode="auto">
          <a:xfrm>
            <a:off x="822960" y="48006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2000" b="0">
                <a:solidFill>
                  <a:srgbClr val="C4CBE0"/>
                </a:solidFill>
                <a:latin typeface="Inter"/>
              </a:rPr>
              <a:t>Quatre angles, quatre outils statistiques.</a:t>
            </a:r>
            <a:endParaRPr/>
          </a:p>
        </p:txBody>
      </p:sp>
      <p:sp>
        <p:nvSpPr>
          <p:cNvPr id="676834421" name="Rectangle 248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1421224" name="TextBox 249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354990047" name="TextBox 250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11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l"/>
      </p:transition>
    </mc:Choice>
    <mc:Fallback>
      <p:transition spd="med" advClick="1">
        <p:wipe dir="l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30992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639336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4122276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0488811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4106344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6960094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6785842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7614776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908680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3468369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0415237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8653583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6684416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1175361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9304299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404929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7775566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9801646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3361536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2311846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0418777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9223201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5302010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4358639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8975970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8735600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7758146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8908221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2715870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8606391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8097716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7973897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8163530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6049038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9101958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6940444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1808351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9365973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3194900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52961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8476283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5150990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029737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6443876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6708967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627800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3173078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1006130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1375570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5166782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3684410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4318639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2775306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404279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6151381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4138292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8208068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2630715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7621879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8364524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6616786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3760922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6410967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0003084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8448434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1534562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1507545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0996906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100883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8519502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433843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3239688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697694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3438819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6743839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2965418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5000970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8139965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2173455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4727309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7868058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2258206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922373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2734108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7777435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7689151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986269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7370521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1422226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5197596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9351653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1259217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4136772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0569742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7790932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4581461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2815025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1307769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7828886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1907851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7743344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1575484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6155372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0718991" name="Rectangle 104"/>
          <p:cNvSpPr/>
          <p:nvPr/>
        </p:nvSpPr>
        <p:spPr bwMode="auto">
          <a:xfrm>
            <a:off x="777240" y="457200"/>
            <a:ext cx="6061165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3476320" name="Rounded Rectangle 105"/>
          <p:cNvSpPr/>
          <p:nvPr/>
        </p:nvSpPr>
        <p:spPr bwMode="auto">
          <a:xfrm>
            <a:off x="777240" y="777240"/>
            <a:ext cx="246888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3037538" name="TextBox 106"/>
          <p:cNvSpPr txBox="1"/>
          <p:nvPr/>
        </p:nvSpPr>
        <p:spPr bwMode="auto">
          <a:xfrm>
            <a:off x="777240" y="81381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QUESTION 01  ·  PROFIL</a:t>
            </a:r>
            <a:endParaRPr/>
          </a:p>
        </p:txBody>
      </p:sp>
      <p:sp>
        <p:nvSpPr>
          <p:cNvPr id="1394865984" name="TextBox 107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200" b="1">
                <a:solidFill>
                  <a:srgbClr val="F5F7FA"/>
                </a:solidFill>
                <a:latin typeface="Montserrat"/>
              </a:rPr>
              <a:t>Qui souscrit, vraiment ?</a:t>
            </a:r>
            <a:endParaRPr/>
          </a:p>
        </p:txBody>
      </p:sp>
      <p:sp>
        <p:nvSpPr>
          <p:cNvPr id="172802582" name="TextBox 108"/>
          <p:cNvSpPr txBox="1"/>
          <p:nvPr/>
        </p:nvSpPr>
        <p:spPr bwMode="auto">
          <a:xfrm>
            <a:off x="777240" y="192024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600" b="0">
                <a:solidFill>
                  <a:srgbClr val="C4CBE0"/>
                </a:solidFill>
                <a:latin typeface="Inter"/>
              </a:rPr>
              <a:t>Trois variables expliquent l'essentiel du contraste — la réponse était C.</a:t>
            </a:r>
            <a:endParaRPr/>
          </a:p>
        </p:txBody>
      </p:sp>
      <p:sp>
        <p:nvSpPr>
          <p:cNvPr id="846164850" name="Rounded Rectangle 109"/>
          <p:cNvSpPr/>
          <p:nvPr/>
        </p:nvSpPr>
        <p:spPr bwMode="auto">
          <a:xfrm>
            <a:off x="777240" y="3017519"/>
            <a:ext cx="3611880" cy="274320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5471347" name="Rectangle 110"/>
          <p:cNvSpPr/>
          <p:nvPr/>
        </p:nvSpPr>
        <p:spPr bwMode="auto">
          <a:xfrm>
            <a:off x="777240" y="3017519"/>
            <a:ext cx="54864" cy="27432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9519346" name="TextBox 111"/>
          <p:cNvSpPr txBox="1"/>
          <p:nvPr/>
        </p:nvSpPr>
        <p:spPr bwMode="auto">
          <a:xfrm>
            <a:off x="1097280" y="3291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300">
                <a:solidFill>
                  <a:srgbClr val="8B92B3"/>
                </a:solidFill>
                <a:latin typeface="Montserrat"/>
              </a:rPr>
              <a:t>TAUX</a:t>
            </a:r>
            <a:endParaRPr/>
          </a:p>
        </p:txBody>
      </p:sp>
      <p:sp>
        <p:nvSpPr>
          <p:cNvPr id="1300499202" name="TextBox 112"/>
          <p:cNvSpPr txBox="1"/>
          <p:nvPr/>
        </p:nvSpPr>
        <p:spPr bwMode="auto">
          <a:xfrm>
            <a:off x="1097280" y="361188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5800" b="1">
                <a:solidFill>
                  <a:srgbClr val="00E5B0"/>
                </a:solidFill>
                <a:latin typeface="Montserrat"/>
              </a:rPr>
              <a:t>28.7 %</a:t>
            </a:r>
            <a:endParaRPr/>
          </a:p>
        </p:txBody>
      </p:sp>
      <p:sp>
        <p:nvSpPr>
          <p:cNvPr id="1681544920" name="TextBox 113"/>
          <p:cNvSpPr txBox="1"/>
          <p:nvPr/>
        </p:nvSpPr>
        <p:spPr bwMode="auto">
          <a:xfrm>
            <a:off x="1097280" y="48006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Étudiants</a:t>
            </a:r>
            <a:endParaRPr/>
          </a:p>
        </p:txBody>
      </p:sp>
      <p:sp>
        <p:nvSpPr>
          <p:cNvPr id="1892175966" name="TextBox 114"/>
          <p:cNvSpPr txBox="1"/>
          <p:nvPr/>
        </p:nvSpPr>
        <p:spPr bwMode="auto">
          <a:xfrm>
            <a:off x="1097280" y="5257800"/>
            <a:ext cx="3201840" cy="2457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chemeClr val="bg1"/>
                </a:solidFill>
                <a:latin typeface="Inter"/>
              </a:rPr>
              <a:t>vs 7.3 % chez les ouvriers (×4)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501337120" name="Rounded Rectangle 115"/>
          <p:cNvSpPr/>
          <p:nvPr/>
        </p:nvSpPr>
        <p:spPr bwMode="auto">
          <a:xfrm>
            <a:off x="4572000" y="3017519"/>
            <a:ext cx="3611880" cy="274320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9037086" name="Rectangle 116"/>
          <p:cNvSpPr/>
          <p:nvPr/>
        </p:nvSpPr>
        <p:spPr bwMode="auto">
          <a:xfrm>
            <a:off x="4572000" y="3017519"/>
            <a:ext cx="54864" cy="2743200"/>
          </a:xfrm>
          <a:prstGeom prst="rect">
            <a:avLst/>
          </a:prstGeom>
          <a:solidFill>
            <a:srgbClr val="6E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9924194" name="TextBox 117"/>
          <p:cNvSpPr txBox="1"/>
          <p:nvPr/>
        </p:nvSpPr>
        <p:spPr bwMode="auto">
          <a:xfrm>
            <a:off x="4892039" y="3291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300">
                <a:solidFill>
                  <a:srgbClr val="8B92B3"/>
                </a:solidFill>
                <a:latin typeface="Montserrat"/>
              </a:rPr>
              <a:t>TAUX</a:t>
            </a:r>
            <a:endParaRPr/>
          </a:p>
        </p:txBody>
      </p:sp>
      <p:sp>
        <p:nvSpPr>
          <p:cNvPr id="1526233938" name="TextBox 118"/>
          <p:cNvSpPr txBox="1"/>
          <p:nvPr/>
        </p:nvSpPr>
        <p:spPr bwMode="auto">
          <a:xfrm>
            <a:off x="4892039" y="361188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5800" b="1">
                <a:solidFill>
                  <a:srgbClr val="6E95FF"/>
                </a:solidFill>
                <a:latin typeface="Montserrat"/>
              </a:rPr>
              <a:t>14.9 %</a:t>
            </a:r>
            <a:endParaRPr/>
          </a:p>
        </p:txBody>
      </p:sp>
      <p:sp>
        <p:nvSpPr>
          <p:cNvPr id="37154956" name="TextBox 119"/>
          <p:cNvSpPr txBox="1"/>
          <p:nvPr/>
        </p:nvSpPr>
        <p:spPr bwMode="auto">
          <a:xfrm>
            <a:off x="4892039" y="48006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Célibataires</a:t>
            </a:r>
            <a:endParaRPr/>
          </a:p>
        </p:txBody>
      </p:sp>
      <p:sp>
        <p:nvSpPr>
          <p:cNvPr id="255270660" name="TextBox 120"/>
          <p:cNvSpPr txBox="1"/>
          <p:nvPr/>
        </p:nvSpPr>
        <p:spPr bwMode="auto">
          <a:xfrm>
            <a:off x="4892039" y="5257800"/>
            <a:ext cx="3201840" cy="2457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chemeClr val="bg1"/>
                </a:solidFill>
                <a:latin typeface="Inter"/>
              </a:rPr>
              <a:t>vs 10.1 % chez les mariés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1631120958" name="Rounded Rectangle 121"/>
          <p:cNvSpPr/>
          <p:nvPr/>
        </p:nvSpPr>
        <p:spPr bwMode="auto">
          <a:xfrm>
            <a:off x="8366760" y="3017519"/>
            <a:ext cx="3611880" cy="274320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1779090" name="Rectangle 122"/>
          <p:cNvSpPr/>
          <p:nvPr/>
        </p:nvSpPr>
        <p:spPr bwMode="auto">
          <a:xfrm>
            <a:off x="8366760" y="3017519"/>
            <a:ext cx="54864" cy="274320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0737053" name="TextBox 123"/>
          <p:cNvSpPr txBox="1"/>
          <p:nvPr/>
        </p:nvSpPr>
        <p:spPr bwMode="auto">
          <a:xfrm>
            <a:off x="8686800" y="3291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300">
                <a:solidFill>
                  <a:srgbClr val="8B92B3"/>
                </a:solidFill>
                <a:latin typeface="Montserrat"/>
              </a:rPr>
              <a:t>TAUX</a:t>
            </a:r>
            <a:endParaRPr/>
          </a:p>
        </p:txBody>
      </p:sp>
      <p:sp>
        <p:nvSpPr>
          <p:cNvPr id="133923074" name="TextBox 124"/>
          <p:cNvSpPr txBox="1"/>
          <p:nvPr/>
        </p:nvSpPr>
        <p:spPr bwMode="auto">
          <a:xfrm>
            <a:off x="8686800" y="361188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5800" b="1">
                <a:solidFill>
                  <a:srgbClr val="FFC64D"/>
                </a:solidFill>
                <a:latin typeface="Montserrat"/>
              </a:rPr>
              <a:t>15.0 %</a:t>
            </a:r>
            <a:endParaRPr/>
          </a:p>
        </p:txBody>
      </p:sp>
      <p:sp>
        <p:nvSpPr>
          <p:cNvPr id="394892243" name="TextBox 125"/>
          <p:cNvSpPr txBox="1"/>
          <p:nvPr/>
        </p:nvSpPr>
        <p:spPr bwMode="auto">
          <a:xfrm>
            <a:off x="8686800" y="48006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Études tertiaires</a:t>
            </a:r>
            <a:endParaRPr/>
          </a:p>
        </p:txBody>
      </p:sp>
      <p:sp>
        <p:nvSpPr>
          <p:cNvPr id="1426777947" name="TextBox 126"/>
          <p:cNvSpPr txBox="1"/>
          <p:nvPr/>
        </p:nvSpPr>
        <p:spPr bwMode="auto">
          <a:xfrm>
            <a:off x="8686800" y="5257800"/>
            <a:ext cx="3201840" cy="2457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chemeClr val="bg1"/>
                </a:solidFill>
                <a:latin typeface="Inter"/>
              </a:rPr>
              <a:t>vs 8.6 % en primaire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339193673" name="Rectangle 127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0968172" name="TextBox 128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2016440055" name="TextBox 129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12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4616485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04" dur="500" fill="hold"/>
                                              <p:tgtEl>
                                                <p:spTgt spid="846164850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013371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14" dur="500" fill="hold"/>
                                              <p:tgtEl>
                                                <p:spTgt spid="501337120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0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3112095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24" dur="500" fill="hold"/>
                                              <p:tgtEl>
                                                <p:spTgt spid="1631120958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4779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2370379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6838486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0576480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0884304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7100713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8308053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5028409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1509735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7034045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6363442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7133958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1210478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7623298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2388371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6612545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5886672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3763689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7425699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2767953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293655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1830093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6852364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3100726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1580116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3884367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7625213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6323317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4588154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1901876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4617374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8594208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1067134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6334881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6242338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4663546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3382699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1307037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9827833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0774892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7548518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2494958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6301015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1817211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2098130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1455388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6169110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8259271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215308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4090316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8216807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5524081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7533275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9456609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8792502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1012912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6790211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0129210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11099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4633453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9724388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5371790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5386888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9937451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0553330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2975268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3005850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5971102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254963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5107675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2969474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6149542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8948248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7301176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0185494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4335678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4932952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8805502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9921169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4098339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4067063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8464223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2983390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8363511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6473192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5682307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5131498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6591009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32272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2001819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9727439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0266560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2481150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6708519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909568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384446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927840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0529341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5205505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0473931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6154569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329390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974677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8670165" name="Rectangle 104"/>
          <p:cNvSpPr/>
          <p:nvPr/>
        </p:nvSpPr>
        <p:spPr bwMode="auto">
          <a:xfrm>
            <a:off x="777240" y="457200"/>
            <a:ext cx="6566262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9355468" name="TextBox 105"/>
          <p:cNvSpPr txBox="1"/>
          <p:nvPr/>
        </p:nvSpPr>
        <p:spPr bwMode="auto"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Q1 · DÉTAIL</a:t>
            </a:r>
            <a:endParaRPr/>
          </a:p>
        </p:txBody>
      </p:sp>
      <p:sp>
        <p:nvSpPr>
          <p:cNvPr id="1759045528" name="TextBox 106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3800" b="1">
                <a:solidFill>
                  <a:srgbClr val="F5F7FA"/>
                </a:solidFill>
                <a:latin typeface="Montserrat"/>
              </a:rPr>
              <a:t>Le métier domine tout le reste.</a:t>
            </a:r>
            <a:endParaRPr/>
          </a:p>
        </p:txBody>
      </p:sp>
      <p:pic>
        <p:nvPicPr>
          <p:cNvPr id="1813220167" name="Picture 107" descr="v3_job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7240" y="2377440"/>
            <a:ext cx="7772400" cy="4439567"/>
          </a:xfrm>
          <a:prstGeom prst="rect">
            <a:avLst/>
          </a:prstGeom>
        </p:spPr>
      </p:pic>
      <p:sp>
        <p:nvSpPr>
          <p:cNvPr id="649126729" name="Rounded Rectangle 108"/>
          <p:cNvSpPr/>
          <p:nvPr/>
        </p:nvSpPr>
        <p:spPr bwMode="auto">
          <a:xfrm>
            <a:off x="8778240" y="2468880"/>
            <a:ext cx="3200400" cy="384048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4774615" name="Rectangle 109"/>
          <p:cNvSpPr/>
          <p:nvPr/>
        </p:nvSpPr>
        <p:spPr bwMode="auto">
          <a:xfrm>
            <a:off x="8778240" y="2468880"/>
            <a:ext cx="54864" cy="38404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2843748" name="TextBox 110"/>
          <p:cNvSpPr txBox="1"/>
          <p:nvPr/>
        </p:nvSpPr>
        <p:spPr bwMode="auto">
          <a:xfrm>
            <a:off x="9006840" y="26060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LECTURE</a:t>
            </a:r>
            <a:endParaRPr/>
          </a:p>
        </p:txBody>
      </p:sp>
      <p:sp>
        <p:nvSpPr>
          <p:cNvPr id="2017203799" name="TextBox 111"/>
          <p:cNvSpPr txBox="1"/>
          <p:nvPr/>
        </p:nvSpPr>
        <p:spPr bwMode="auto">
          <a:xfrm>
            <a:off x="9006840" y="2971800"/>
            <a:ext cx="2926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F5F7FA"/>
                </a:solidFill>
                <a:latin typeface="Inter"/>
              </a:rPr>
              <a:t>Un étudiant est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F5F7FA"/>
                </a:solidFill>
                <a:latin typeface="Inter"/>
              </a:rPr>
              <a:t>4× plus probable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F5F7FA"/>
                </a:solidFill>
                <a:latin typeface="Inter"/>
              </a:rPr>
              <a:t>de souscrire qu'un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F5F7FA"/>
                </a:solidFill>
                <a:latin typeface="Inter"/>
              </a:rPr>
              <a:t>ouvrier.</a:t>
            </a:r>
            <a:endParaRPr/>
          </a:p>
          <a:p>
            <a:pPr algn="l">
              <a:lnSpc>
                <a:spcPct val="130000"/>
              </a:lnSpc>
              <a:defRPr/>
            </a:pPr>
            <a:endParaRPr/>
          </a:p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F5F7FA"/>
                </a:solidFill>
                <a:latin typeface="Inter"/>
              </a:rPr>
              <a:t>L'écart au sein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F5F7FA"/>
                </a:solidFill>
                <a:latin typeface="Inter"/>
              </a:rPr>
              <a:t>d'une seule variable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F5F7FA"/>
                </a:solidFill>
                <a:latin typeface="Inter"/>
              </a:rPr>
              <a:t>est plus grand que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F5F7FA"/>
                </a:solidFill>
                <a:latin typeface="Inter"/>
              </a:rPr>
              <a:t>toutes les autres.</a:t>
            </a:r>
            <a:endParaRPr/>
          </a:p>
        </p:txBody>
      </p:sp>
      <p:sp>
        <p:nvSpPr>
          <p:cNvPr id="1134601066" name="Rectangle 112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3735112" name="TextBox 113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807543794" name="TextBox 114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13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push dir="r"/>
      </p:transition>
    </mc:Choice>
    <mc:Fallback>
      <p:transition spd="med" advClick="1">
        <p:push dir="r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39829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2961179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445554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9671401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5880134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457930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4577785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0760068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1154417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2523112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8674508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471932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4764322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1216307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1408348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7872905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7976369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4810852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1442597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3559429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8098719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9243031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6820160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2222306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5335509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4779272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2526359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1915849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3786153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9668272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0137264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4486809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1835272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2082574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1025384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6597819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7825741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9277642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0322879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4959146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6243497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0649812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7788695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419684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796921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7331162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9257191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0710595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4708686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3550977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7342905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8800347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6004366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7807127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165154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1556384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9545095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9554360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1065582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8706627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0678296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749844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2435503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1503082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6324211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2394402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6605112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6090728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022967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7286188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8564799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9211292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5220474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1512152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9514100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8110745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7996410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8744120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2149375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0853995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0961703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6281458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3373688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533208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0080521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8484485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7327903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0375589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2049464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8694783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2983630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303337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8052221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157971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633796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3491632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7315633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9162134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1880359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1479133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8011956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3735922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3287541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960168" name="Rectangle 104"/>
          <p:cNvSpPr/>
          <p:nvPr/>
        </p:nvSpPr>
        <p:spPr bwMode="auto">
          <a:xfrm>
            <a:off x="777240" y="457200"/>
            <a:ext cx="7071360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5095305" name="TextBox 105"/>
          <p:cNvSpPr txBox="1"/>
          <p:nvPr/>
        </p:nvSpPr>
        <p:spPr bwMode="auto"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Q1 · ÂGE</a:t>
            </a:r>
            <a:endParaRPr/>
          </a:p>
        </p:txBody>
      </p:sp>
      <p:sp>
        <p:nvSpPr>
          <p:cNvPr id="1100298328" name="TextBox 106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3800" b="1">
                <a:solidFill>
                  <a:srgbClr val="F5F7FA"/>
                </a:solidFill>
                <a:latin typeface="Montserrat"/>
              </a:rPr>
              <a:t>Deux populations de souscripteurs.</a:t>
            </a:r>
            <a:endParaRPr/>
          </a:p>
        </p:txBody>
      </p:sp>
      <p:pic>
        <p:nvPicPr>
          <p:cNvPr id="545378986" name="Picture 107" descr="v3_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7240" y="2377440"/>
            <a:ext cx="7772400" cy="4075054"/>
          </a:xfrm>
          <a:prstGeom prst="rect">
            <a:avLst/>
          </a:prstGeom>
        </p:spPr>
      </p:pic>
      <p:sp>
        <p:nvSpPr>
          <p:cNvPr id="1514955444" name="Rounded Rectangle 108"/>
          <p:cNvSpPr/>
          <p:nvPr/>
        </p:nvSpPr>
        <p:spPr bwMode="auto">
          <a:xfrm>
            <a:off x="8778240" y="2468880"/>
            <a:ext cx="3200400" cy="384048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2099396" name="Rectangle 109"/>
          <p:cNvSpPr/>
          <p:nvPr/>
        </p:nvSpPr>
        <p:spPr bwMode="auto">
          <a:xfrm>
            <a:off x="8778240" y="2468880"/>
            <a:ext cx="54864" cy="3840480"/>
          </a:xfrm>
          <a:prstGeom prst="rect">
            <a:avLst/>
          </a:prstGeom>
          <a:solidFill>
            <a:srgbClr val="6E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3351701" name="TextBox 110"/>
          <p:cNvSpPr txBox="1"/>
          <p:nvPr/>
        </p:nvSpPr>
        <p:spPr bwMode="auto">
          <a:xfrm>
            <a:off x="9006840" y="26060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1" spc="300">
                <a:solidFill>
                  <a:srgbClr val="6E95FF"/>
                </a:solidFill>
                <a:latin typeface="Montserrat"/>
              </a:rPr>
              <a:t>INSIGHT</a:t>
            </a:r>
            <a:endParaRPr/>
          </a:p>
        </p:txBody>
      </p:sp>
      <p:sp>
        <p:nvSpPr>
          <p:cNvPr id="1202483692" name="TextBox 111"/>
          <p:cNvSpPr txBox="1"/>
          <p:nvPr/>
        </p:nvSpPr>
        <p:spPr bwMode="auto">
          <a:xfrm>
            <a:off x="9006840" y="2971800"/>
            <a:ext cx="2926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F5F7FA"/>
                </a:solidFill>
                <a:latin typeface="Inter"/>
              </a:rPr>
              <a:t>Deux pics :</a:t>
            </a:r>
            <a:endParaRPr/>
          </a:p>
          <a:p>
            <a:pPr algn="l">
              <a:lnSpc>
                <a:spcPct val="130000"/>
              </a:lnSpc>
              <a:defRPr/>
            </a:pP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F5F7FA"/>
                </a:solidFill>
                <a:latin typeface="Inter"/>
              </a:rPr>
              <a:t>•  jeunes 25-30 ans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F5F7FA"/>
                </a:solidFill>
                <a:latin typeface="Inter"/>
              </a:rPr>
              <a:t>   (étudiants)</a:t>
            </a:r>
            <a:endParaRPr/>
          </a:p>
          <a:p>
            <a:pPr algn="l">
              <a:lnSpc>
                <a:spcPct val="130000"/>
              </a:lnSpc>
              <a:defRPr/>
            </a:pP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F5F7FA"/>
                </a:solidFill>
                <a:latin typeface="Inter"/>
              </a:rPr>
              <a:t>•  seniors 60+ ans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F5F7FA"/>
                </a:solidFill>
                <a:latin typeface="Inter"/>
              </a:rPr>
              <a:t>   (retraités)</a:t>
            </a:r>
            <a:endParaRPr/>
          </a:p>
          <a:p>
            <a:pPr algn="l">
              <a:lnSpc>
                <a:spcPct val="130000"/>
              </a:lnSpc>
              <a:defRPr/>
            </a:pP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F5F7FA"/>
                </a:solidFill>
                <a:latin typeface="Inter"/>
              </a:rPr>
              <a:t>Les 30-50 ans sont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F5F7FA"/>
                </a:solidFill>
                <a:latin typeface="Inter"/>
              </a:rPr>
              <a:t>sous-représentés.</a:t>
            </a:r>
            <a:endParaRPr/>
          </a:p>
        </p:txBody>
      </p:sp>
      <p:sp>
        <p:nvSpPr>
          <p:cNvPr id="1946560259" name="Rectangle 112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0050355" name="TextBox 113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783815779" name="TextBox 114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14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56283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339522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11963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4063684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7160768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3044874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3736460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2844766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6487909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6898994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985571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5540460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7462629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5495778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5060612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0579748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244093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4527520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0518551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3216689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0003469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3562950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1578922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5031610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2074077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9436899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9148999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5743171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4387123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1991586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4554243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5780961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5174443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2073180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0414836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3987314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3542136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4700389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1755644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7537643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8778722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3495187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3785923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1818063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4110801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5713172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9978350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5392488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7285962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2179009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5626540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0820022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7269194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4309243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9566899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9226407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6292109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3463373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8726415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4412766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9719563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3308638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807753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757562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6516103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141306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7792566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3941588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8224878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474512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9953832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6329683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1418002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351157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3550278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5982597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115430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7466245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6277965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0901415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4118420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5054303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1269740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8357535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03693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6141241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0159997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6861964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4863717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0673749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7925654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5115333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4892308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6856533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0210886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8456400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7835431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8200084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8092513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0523925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5366778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6321411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8031031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2701451" name="Rectangle 104"/>
          <p:cNvSpPr/>
          <p:nvPr/>
        </p:nvSpPr>
        <p:spPr bwMode="auto">
          <a:xfrm>
            <a:off x="777240" y="457200"/>
            <a:ext cx="7576457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8493263" name="Rounded Rectangle 105"/>
          <p:cNvSpPr/>
          <p:nvPr/>
        </p:nvSpPr>
        <p:spPr bwMode="auto">
          <a:xfrm>
            <a:off x="777240" y="777240"/>
            <a:ext cx="237744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3266353" name="TextBox 106"/>
          <p:cNvSpPr txBox="1"/>
          <p:nvPr/>
        </p:nvSpPr>
        <p:spPr bwMode="auto">
          <a:xfrm>
            <a:off x="777240" y="8138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QUESTION 02  ·  SOLDE</a:t>
            </a:r>
            <a:endParaRPr/>
          </a:p>
        </p:txBody>
      </p:sp>
      <p:sp>
        <p:nvSpPr>
          <p:cNvPr id="1368274084" name="TextBox 107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b="1">
                <a:solidFill>
                  <a:srgbClr val="F5F7FA"/>
                </a:solidFill>
                <a:latin typeface="Montserrat"/>
              </a:rPr>
              <a:t>Les souscripteurs sont-ils plus riches ?</a:t>
            </a:r>
            <a:endParaRPr/>
          </a:p>
        </p:txBody>
      </p:sp>
      <p:pic>
        <p:nvPicPr>
          <p:cNvPr id="178903859" name="Picture 108" descr="v3_box_sold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7240" y="2286000"/>
            <a:ext cx="5213778" cy="4023360"/>
          </a:xfrm>
          <a:prstGeom prst="rect">
            <a:avLst/>
          </a:prstGeom>
        </p:spPr>
      </p:pic>
      <p:sp>
        <p:nvSpPr>
          <p:cNvPr id="848827791" name="Rounded Rectangle 109"/>
          <p:cNvSpPr/>
          <p:nvPr/>
        </p:nvSpPr>
        <p:spPr bwMode="auto">
          <a:xfrm>
            <a:off x="6858000" y="2286000"/>
            <a:ext cx="4754880" cy="40233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6891101" name="Rectangle 110"/>
          <p:cNvSpPr/>
          <p:nvPr/>
        </p:nvSpPr>
        <p:spPr bwMode="auto">
          <a:xfrm>
            <a:off x="6858000" y="2286000"/>
            <a:ext cx="54864" cy="402336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3636768" name="TextBox 111"/>
          <p:cNvSpPr txBox="1"/>
          <p:nvPr/>
        </p:nvSpPr>
        <p:spPr bwMode="auto">
          <a:xfrm>
            <a:off x="7223760" y="2560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1" spc="300">
                <a:solidFill>
                  <a:srgbClr val="00E5B0"/>
                </a:solidFill>
                <a:latin typeface="Montserrat"/>
              </a:rPr>
              <a:t>TEST DE STUDENT</a:t>
            </a:r>
            <a:endParaRPr/>
          </a:p>
        </p:txBody>
      </p:sp>
      <p:sp>
        <p:nvSpPr>
          <p:cNvPr id="1770010992" name="TextBox 112"/>
          <p:cNvSpPr txBox="1"/>
          <p:nvPr/>
        </p:nvSpPr>
        <p:spPr bwMode="auto">
          <a:xfrm>
            <a:off x="7223760" y="297180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2800" b="1">
                <a:solidFill>
                  <a:srgbClr val="F5F7FA"/>
                </a:solidFill>
                <a:latin typeface="Montserrat"/>
              </a:rPr>
              <a:t>1 304 €  →  1 804 €</a:t>
            </a:r>
            <a:endParaRPr/>
          </a:p>
        </p:txBody>
      </p:sp>
      <p:sp>
        <p:nvSpPr>
          <p:cNvPr id="232490470" name="TextBox 113"/>
          <p:cNvSpPr txBox="1"/>
          <p:nvPr/>
        </p:nvSpPr>
        <p:spPr bwMode="auto">
          <a:xfrm>
            <a:off x="7223760" y="3566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0">
                <a:solidFill>
                  <a:srgbClr val="8B92B3"/>
                </a:solidFill>
                <a:latin typeface="Inter"/>
              </a:rPr>
              <a:t>Solde moyen :  Refus → Souscription</a:t>
            </a:r>
            <a:endParaRPr/>
          </a:p>
        </p:txBody>
      </p:sp>
      <p:sp>
        <p:nvSpPr>
          <p:cNvPr id="1809554748" name="TextBox 114"/>
          <p:cNvSpPr txBox="1"/>
          <p:nvPr/>
        </p:nvSpPr>
        <p:spPr bwMode="auto">
          <a:xfrm>
            <a:off x="7223760" y="40690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2200" b="1">
                <a:solidFill>
                  <a:srgbClr val="F5F7FA"/>
                </a:solidFill>
                <a:latin typeface="Montserrat"/>
              </a:rPr>
              <a:t>t  =  9.93</a:t>
            </a:r>
            <a:endParaRPr/>
          </a:p>
        </p:txBody>
      </p:sp>
      <p:sp>
        <p:nvSpPr>
          <p:cNvPr id="1227334672" name="TextBox 115"/>
          <p:cNvSpPr txBox="1"/>
          <p:nvPr/>
        </p:nvSpPr>
        <p:spPr bwMode="auto">
          <a:xfrm>
            <a:off x="7223760" y="45720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2200" b="1">
                <a:solidFill>
                  <a:srgbClr val="FFC64D"/>
                </a:solidFill>
                <a:latin typeface="Montserrat"/>
              </a:rPr>
              <a:t>p  =  4.4 × 10⁻²³</a:t>
            </a:r>
            <a:endParaRPr/>
          </a:p>
        </p:txBody>
      </p:sp>
      <p:sp>
        <p:nvSpPr>
          <p:cNvPr id="425531106" name="Rectangle 116"/>
          <p:cNvSpPr/>
          <p:nvPr/>
        </p:nvSpPr>
        <p:spPr bwMode="auto">
          <a:xfrm>
            <a:off x="7223760" y="5166360"/>
            <a:ext cx="4023360" cy="27432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4512725" name="TextBox 117"/>
          <p:cNvSpPr txBox="1"/>
          <p:nvPr/>
        </p:nvSpPr>
        <p:spPr bwMode="auto">
          <a:xfrm>
            <a:off x="7223760" y="5257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1" spc="300">
                <a:solidFill>
                  <a:srgbClr val="8B92B3"/>
                </a:solidFill>
                <a:latin typeface="Montserrat"/>
              </a:rPr>
              <a:t>Conclusion</a:t>
            </a:r>
            <a:endParaRPr/>
          </a:p>
        </p:txBody>
      </p:sp>
      <p:sp>
        <p:nvSpPr>
          <p:cNvPr id="1738361018" name="TextBox 118"/>
          <p:cNvSpPr txBox="1"/>
          <p:nvPr/>
        </p:nvSpPr>
        <p:spPr bwMode="auto">
          <a:xfrm>
            <a:off x="7223760" y="55778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F5F7FA"/>
                </a:solidFill>
                <a:latin typeface="Inter"/>
              </a:rPr>
              <a:t>p ≪ 0.05  →  on rejette H₀.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F5F7FA"/>
                </a:solidFill>
                <a:latin typeface="Inter"/>
              </a:rPr>
              <a:t>+500 € en moyenne chez les souscripteurs.</a:t>
            </a:r>
            <a:endParaRPr/>
          </a:p>
        </p:txBody>
      </p:sp>
      <p:sp>
        <p:nvSpPr>
          <p:cNvPr id="1372075849" name="Rectangle 119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5082564" name="TextBox 120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359140578" name="TextBox 121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15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push dir="r"/>
      </p:transition>
    </mc:Choice>
    <mc:Fallback>
      <p:transition spd="med" advClick="1">
        <p:push dir="r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97975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8159996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786010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7521347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6308123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0176320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6102472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3337516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6193623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2493594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4320976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1504703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4053887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2348475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7535256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0191157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1457050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6958343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2267662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6945280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5942995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420807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0092336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0107490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6844945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3276317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7385553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8234073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6834133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3591480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2559292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1152143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0684128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4226933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4030086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7081565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7638949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9473948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9398390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4817122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1065208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9189526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8056041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8233775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4131302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5218951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9927093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809753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3617415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7997387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8199401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6068931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9722019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1955407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0088172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617072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7669318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3663618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277169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2174691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315072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5241026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3895098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7030614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3158201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2169542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0991690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8195697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1899846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0045867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7321644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3489743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8070459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4519922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755029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007287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770267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6924524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283298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4512318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3461691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4172883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2923970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3637273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9674962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1737339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9512004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3711160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9840946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1697471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2455193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0749050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3249963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7942581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2934420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2472780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5058998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9463021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1388307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6270246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8869273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0744543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4626652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4563643" name="Rectangle 104"/>
          <p:cNvSpPr/>
          <p:nvPr/>
        </p:nvSpPr>
        <p:spPr bwMode="auto">
          <a:xfrm>
            <a:off x="777240" y="457200"/>
            <a:ext cx="8081554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1234194" name="Rounded Rectangle 105"/>
          <p:cNvSpPr/>
          <p:nvPr/>
        </p:nvSpPr>
        <p:spPr bwMode="auto">
          <a:xfrm>
            <a:off x="777240" y="777240"/>
            <a:ext cx="283464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7019025" name="TextBox 106"/>
          <p:cNvSpPr txBox="1"/>
          <p:nvPr/>
        </p:nvSpPr>
        <p:spPr bwMode="auto">
          <a:xfrm>
            <a:off x="777240" y="81381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QUESTION 03  ·  CATÉGORIEL</a:t>
            </a:r>
            <a:endParaRPr/>
          </a:p>
        </p:txBody>
      </p:sp>
      <p:sp>
        <p:nvSpPr>
          <p:cNvPr id="1249386272" name="TextBox 107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200" b="1">
                <a:solidFill>
                  <a:srgbClr val="F5F7FA"/>
                </a:solidFill>
                <a:latin typeface="Montserrat"/>
              </a:rPr>
              <a:t>Quelles variables catégorielles comptent ?</a:t>
            </a:r>
            <a:endParaRPr/>
          </a:p>
        </p:txBody>
      </p:sp>
      <p:sp>
        <p:nvSpPr>
          <p:cNvPr id="355627842" name="TextBox 108"/>
          <p:cNvSpPr txBox="1"/>
          <p:nvPr/>
        </p:nvSpPr>
        <p:spPr bwMode="auto">
          <a:xfrm>
            <a:off x="777240" y="19202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0">
                <a:solidFill>
                  <a:srgbClr val="C4CBE0"/>
                </a:solidFill>
                <a:latin typeface="Inter"/>
              </a:rPr>
              <a:t>Test du Chi²  ·  toutes p &lt; 0.001  ·  classement par force</a:t>
            </a:r>
            <a:endParaRPr/>
          </a:p>
        </p:txBody>
      </p:sp>
      <p:sp>
        <p:nvSpPr>
          <p:cNvPr id="1436367633" name="Rounded Rectangle 109"/>
          <p:cNvSpPr/>
          <p:nvPr/>
        </p:nvSpPr>
        <p:spPr bwMode="auto">
          <a:xfrm>
            <a:off x="777240" y="2514600"/>
            <a:ext cx="10607040" cy="457200"/>
          </a:xfrm>
          <a:prstGeom prst="roundRect">
            <a:avLst>
              <a:gd name="adj" fmla="val 16667"/>
            </a:avLst>
          </a:prstGeom>
          <a:solidFill>
            <a:srgbClr val="2A3366">
              <a:alpha val="70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0853475" name="TextBox 110"/>
          <p:cNvSpPr txBox="1"/>
          <p:nvPr/>
        </p:nvSpPr>
        <p:spPr bwMode="auto">
          <a:xfrm>
            <a:off x="1143000" y="26334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200">
                <a:solidFill>
                  <a:srgbClr val="FFC64D"/>
                </a:solidFill>
                <a:latin typeface="Montserrat"/>
              </a:rPr>
              <a:t>VARIABLE</a:t>
            </a:r>
            <a:endParaRPr/>
          </a:p>
        </p:txBody>
      </p:sp>
      <p:sp>
        <p:nvSpPr>
          <p:cNvPr id="28798381" name="TextBox 111"/>
          <p:cNvSpPr txBox="1"/>
          <p:nvPr/>
        </p:nvSpPr>
        <p:spPr bwMode="auto">
          <a:xfrm>
            <a:off x="2606040" y="26334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200">
                <a:solidFill>
                  <a:srgbClr val="FFC64D"/>
                </a:solidFill>
                <a:latin typeface="Montserrat"/>
              </a:rPr>
              <a:t>DESCRIPTION</a:t>
            </a:r>
            <a:endParaRPr/>
          </a:p>
        </p:txBody>
      </p:sp>
      <p:sp>
        <p:nvSpPr>
          <p:cNvPr id="1341823390" name="TextBox 112"/>
          <p:cNvSpPr txBox="1"/>
          <p:nvPr/>
        </p:nvSpPr>
        <p:spPr bwMode="auto">
          <a:xfrm>
            <a:off x="5715000" y="26334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200">
                <a:solidFill>
                  <a:srgbClr val="FFC64D"/>
                </a:solidFill>
                <a:latin typeface="Montserrat"/>
              </a:rPr>
              <a:t>CHI²</a:t>
            </a:r>
            <a:endParaRPr/>
          </a:p>
        </p:txBody>
      </p:sp>
      <p:sp>
        <p:nvSpPr>
          <p:cNvPr id="2015204799" name="TextBox 113"/>
          <p:cNvSpPr txBox="1"/>
          <p:nvPr/>
        </p:nvSpPr>
        <p:spPr bwMode="auto">
          <a:xfrm>
            <a:off x="6995160" y="26334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200">
                <a:solidFill>
                  <a:srgbClr val="FFC64D"/>
                </a:solidFill>
                <a:latin typeface="Montserrat"/>
              </a:rPr>
              <a:t>DDL</a:t>
            </a:r>
            <a:endParaRPr/>
          </a:p>
        </p:txBody>
      </p:sp>
      <p:sp>
        <p:nvSpPr>
          <p:cNvPr id="620972775" name="TextBox 114"/>
          <p:cNvSpPr txBox="1"/>
          <p:nvPr/>
        </p:nvSpPr>
        <p:spPr bwMode="auto">
          <a:xfrm>
            <a:off x="8001000" y="26334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200">
                <a:solidFill>
                  <a:srgbClr val="FFC64D"/>
                </a:solidFill>
                <a:latin typeface="Montserrat"/>
              </a:rPr>
              <a:t>P-VALUE</a:t>
            </a:r>
            <a:endParaRPr/>
          </a:p>
        </p:txBody>
      </p:sp>
      <p:sp>
        <p:nvSpPr>
          <p:cNvPr id="1854349469" name="TextBox 115"/>
          <p:cNvSpPr txBox="1"/>
          <p:nvPr/>
        </p:nvSpPr>
        <p:spPr bwMode="auto">
          <a:xfrm>
            <a:off x="9555480" y="26334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spc="200">
                <a:solidFill>
                  <a:srgbClr val="FFC64D"/>
                </a:solidFill>
                <a:latin typeface="Montserrat"/>
              </a:rPr>
              <a:t>FORCE</a:t>
            </a:r>
            <a:endParaRPr/>
          </a:p>
        </p:txBody>
      </p:sp>
      <p:sp>
        <p:nvSpPr>
          <p:cNvPr id="552226904" name="Rectangle 116"/>
          <p:cNvSpPr/>
          <p:nvPr/>
        </p:nvSpPr>
        <p:spPr bwMode="auto">
          <a:xfrm>
            <a:off x="777240" y="3154680"/>
            <a:ext cx="10607040" cy="566928"/>
          </a:xfrm>
          <a:prstGeom prst="rect">
            <a:avLst/>
          </a:prstGeom>
          <a:solidFill>
            <a:srgbClr val="2A336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9523486" name="TextBox 117"/>
          <p:cNvSpPr txBox="1"/>
          <p:nvPr/>
        </p:nvSpPr>
        <p:spPr bwMode="auto">
          <a:xfrm>
            <a:off x="1143000" y="330098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Consolas"/>
              </a:rPr>
              <a:t>housing</a:t>
            </a:r>
            <a:endParaRPr/>
          </a:p>
        </p:txBody>
      </p:sp>
      <p:sp>
        <p:nvSpPr>
          <p:cNvPr id="990739341" name="TextBox 118"/>
          <p:cNvSpPr txBox="1"/>
          <p:nvPr/>
        </p:nvSpPr>
        <p:spPr bwMode="auto">
          <a:xfrm>
            <a:off x="2606040" y="331927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Prêt immobilier</a:t>
            </a:r>
            <a:endParaRPr/>
          </a:p>
        </p:txBody>
      </p:sp>
      <p:sp>
        <p:nvSpPr>
          <p:cNvPr id="2053649044" name="TextBox 119"/>
          <p:cNvSpPr txBox="1"/>
          <p:nvPr/>
        </p:nvSpPr>
        <p:spPr bwMode="auto">
          <a:xfrm>
            <a:off x="5715000" y="330098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874.82</a:t>
            </a:r>
            <a:endParaRPr/>
          </a:p>
        </p:txBody>
      </p:sp>
      <p:sp>
        <p:nvSpPr>
          <p:cNvPr id="2042267117" name="TextBox 120"/>
          <p:cNvSpPr txBox="1"/>
          <p:nvPr/>
        </p:nvSpPr>
        <p:spPr bwMode="auto">
          <a:xfrm>
            <a:off x="6995160" y="331927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1</a:t>
            </a:r>
            <a:endParaRPr/>
          </a:p>
        </p:txBody>
      </p:sp>
      <p:sp>
        <p:nvSpPr>
          <p:cNvPr id="1918338508" name="TextBox 121"/>
          <p:cNvSpPr txBox="1"/>
          <p:nvPr/>
        </p:nvSpPr>
        <p:spPr bwMode="auto">
          <a:xfrm>
            <a:off x="8001000" y="331927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2.9e-192</a:t>
            </a:r>
            <a:endParaRPr/>
          </a:p>
        </p:txBody>
      </p:sp>
      <p:sp>
        <p:nvSpPr>
          <p:cNvPr id="1190356601" name="Rounded Rectangle 122"/>
          <p:cNvSpPr/>
          <p:nvPr/>
        </p:nvSpPr>
        <p:spPr bwMode="auto">
          <a:xfrm>
            <a:off x="9555480" y="3282696"/>
            <a:ext cx="1371600" cy="310896"/>
          </a:xfrm>
          <a:prstGeom prst="roundRect">
            <a:avLst>
              <a:gd name="adj" fmla="val 16667"/>
            </a:avLst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8325189" name="TextBox 123"/>
          <p:cNvSpPr txBox="1"/>
          <p:nvPr/>
        </p:nvSpPr>
        <p:spPr bwMode="auto">
          <a:xfrm>
            <a:off x="9555480" y="33192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TRÈS FORTE</a:t>
            </a:r>
            <a:endParaRPr/>
          </a:p>
        </p:txBody>
      </p:sp>
      <p:sp>
        <p:nvSpPr>
          <p:cNvPr id="665235033" name="Rectangle 124"/>
          <p:cNvSpPr/>
          <p:nvPr/>
        </p:nvSpPr>
        <p:spPr bwMode="auto">
          <a:xfrm>
            <a:off x="777240" y="3813048"/>
            <a:ext cx="10607040" cy="566928"/>
          </a:xfrm>
          <a:prstGeom prst="rect">
            <a:avLst/>
          </a:prstGeom>
          <a:solidFill>
            <a:srgbClr val="2A336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8815413" name="TextBox 125"/>
          <p:cNvSpPr txBox="1"/>
          <p:nvPr/>
        </p:nvSpPr>
        <p:spPr bwMode="auto">
          <a:xfrm>
            <a:off x="1143000" y="39593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Consolas"/>
              </a:rPr>
              <a:t>job</a:t>
            </a:r>
            <a:endParaRPr/>
          </a:p>
        </p:txBody>
      </p:sp>
      <p:sp>
        <p:nvSpPr>
          <p:cNvPr id="1376258515" name="TextBox 126"/>
          <p:cNvSpPr txBox="1"/>
          <p:nvPr/>
        </p:nvSpPr>
        <p:spPr bwMode="auto">
          <a:xfrm>
            <a:off x="2606040" y="39776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Métier</a:t>
            </a:r>
            <a:endParaRPr/>
          </a:p>
        </p:txBody>
      </p:sp>
      <p:sp>
        <p:nvSpPr>
          <p:cNvPr id="1495054680" name="TextBox 127"/>
          <p:cNvSpPr txBox="1"/>
          <p:nvPr/>
        </p:nvSpPr>
        <p:spPr bwMode="auto">
          <a:xfrm>
            <a:off x="5715000" y="39593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836.11</a:t>
            </a:r>
            <a:endParaRPr/>
          </a:p>
        </p:txBody>
      </p:sp>
      <p:sp>
        <p:nvSpPr>
          <p:cNvPr id="1355414030" name="TextBox 128"/>
          <p:cNvSpPr txBox="1"/>
          <p:nvPr/>
        </p:nvSpPr>
        <p:spPr bwMode="auto">
          <a:xfrm>
            <a:off x="6995160" y="3977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11</a:t>
            </a:r>
            <a:endParaRPr/>
          </a:p>
        </p:txBody>
      </p:sp>
      <p:sp>
        <p:nvSpPr>
          <p:cNvPr id="1329216682" name="TextBox 129"/>
          <p:cNvSpPr txBox="1"/>
          <p:nvPr/>
        </p:nvSpPr>
        <p:spPr bwMode="auto">
          <a:xfrm>
            <a:off x="8001000" y="39776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3.3e-172</a:t>
            </a:r>
            <a:endParaRPr/>
          </a:p>
        </p:txBody>
      </p:sp>
      <p:sp>
        <p:nvSpPr>
          <p:cNvPr id="597366778" name="Rounded Rectangle 130"/>
          <p:cNvSpPr/>
          <p:nvPr/>
        </p:nvSpPr>
        <p:spPr bwMode="auto">
          <a:xfrm>
            <a:off x="9555480" y="3941064"/>
            <a:ext cx="1371600" cy="310896"/>
          </a:xfrm>
          <a:prstGeom prst="roundRect">
            <a:avLst>
              <a:gd name="adj" fmla="val 16667"/>
            </a:avLst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0581795" name="TextBox 131"/>
          <p:cNvSpPr txBox="1"/>
          <p:nvPr/>
        </p:nvSpPr>
        <p:spPr bwMode="auto">
          <a:xfrm>
            <a:off x="9555480" y="3977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TRÈS FORTE</a:t>
            </a:r>
            <a:endParaRPr/>
          </a:p>
        </p:txBody>
      </p:sp>
      <p:sp>
        <p:nvSpPr>
          <p:cNvPr id="1213456368" name="Rectangle 132"/>
          <p:cNvSpPr/>
          <p:nvPr/>
        </p:nvSpPr>
        <p:spPr bwMode="auto">
          <a:xfrm>
            <a:off x="777240" y="4471415"/>
            <a:ext cx="10607040" cy="566928"/>
          </a:xfrm>
          <a:prstGeom prst="rect">
            <a:avLst/>
          </a:prstGeom>
          <a:solidFill>
            <a:srgbClr val="2A336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5093827" name="TextBox 133"/>
          <p:cNvSpPr txBox="1"/>
          <p:nvPr/>
        </p:nvSpPr>
        <p:spPr bwMode="auto">
          <a:xfrm>
            <a:off x="1143000" y="461771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Consolas"/>
              </a:rPr>
              <a:t>education</a:t>
            </a:r>
            <a:endParaRPr/>
          </a:p>
        </p:txBody>
      </p:sp>
      <p:sp>
        <p:nvSpPr>
          <p:cNvPr id="867294867" name="TextBox 134"/>
          <p:cNvSpPr txBox="1"/>
          <p:nvPr/>
        </p:nvSpPr>
        <p:spPr bwMode="auto">
          <a:xfrm>
            <a:off x="2606040" y="4636007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Niveau d'étude</a:t>
            </a:r>
            <a:endParaRPr/>
          </a:p>
        </p:txBody>
      </p:sp>
      <p:sp>
        <p:nvSpPr>
          <p:cNvPr id="453385500" name="TextBox 135"/>
          <p:cNvSpPr txBox="1"/>
          <p:nvPr/>
        </p:nvSpPr>
        <p:spPr bwMode="auto">
          <a:xfrm>
            <a:off x="5715000" y="4617719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238.92</a:t>
            </a:r>
            <a:endParaRPr/>
          </a:p>
        </p:txBody>
      </p:sp>
      <p:sp>
        <p:nvSpPr>
          <p:cNvPr id="1851360774" name="TextBox 136"/>
          <p:cNvSpPr txBox="1"/>
          <p:nvPr/>
        </p:nvSpPr>
        <p:spPr bwMode="auto">
          <a:xfrm>
            <a:off x="6995160" y="463600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3</a:t>
            </a:r>
            <a:endParaRPr/>
          </a:p>
        </p:txBody>
      </p:sp>
      <p:sp>
        <p:nvSpPr>
          <p:cNvPr id="340232270" name="TextBox 137"/>
          <p:cNvSpPr txBox="1"/>
          <p:nvPr/>
        </p:nvSpPr>
        <p:spPr bwMode="auto">
          <a:xfrm>
            <a:off x="8001000" y="4636007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1.6e-51</a:t>
            </a:r>
            <a:endParaRPr/>
          </a:p>
        </p:txBody>
      </p:sp>
      <p:sp>
        <p:nvSpPr>
          <p:cNvPr id="2087087248" name="Rounded Rectangle 138"/>
          <p:cNvSpPr/>
          <p:nvPr/>
        </p:nvSpPr>
        <p:spPr bwMode="auto">
          <a:xfrm>
            <a:off x="9555480" y="4599431"/>
            <a:ext cx="91440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0267534" name="TextBox 139"/>
          <p:cNvSpPr txBox="1"/>
          <p:nvPr/>
        </p:nvSpPr>
        <p:spPr bwMode="auto">
          <a:xfrm>
            <a:off x="9555480" y="4636007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FORTE</a:t>
            </a:r>
            <a:endParaRPr/>
          </a:p>
        </p:txBody>
      </p:sp>
      <p:sp>
        <p:nvSpPr>
          <p:cNvPr id="1331130007" name="Rectangle 140"/>
          <p:cNvSpPr/>
          <p:nvPr/>
        </p:nvSpPr>
        <p:spPr bwMode="auto">
          <a:xfrm>
            <a:off x="777240" y="5129784"/>
            <a:ext cx="10607040" cy="566928"/>
          </a:xfrm>
          <a:prstGeom prst="rect">
            <a:avLst/>
          </a:prstGeom>
          <a:solidFill>
            <a:srgbClr val="2A336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7018639" name="TextBox 141"/>
          <p:cNvSpPr txBox="1"/>
          <p:nvPr/>
        </p:nvSpPr>
        <p:spPr bwMode="auto">
          <a:xfrm>
            <a:off x="1143000" y="52760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Consolas"/>
              </a:rPr>
              <a:t>loan</a:t>
            </a:r>
            <a:endParaRPr/>
          </a:p>
        </p:txBody>
      </p:sp>
      <p:sp>
        <p:nvSpPr>
          <p:cNvPr id="2092021096" name="TextBox 142"/>
          <p:cNvSpPr txBox="1"/>
          <p:nvPr/>
        </p:nvSpPr>
        <p:spPr bwMode="auto">
          <a:xfrm>
            <a:off x="2606040" y="529437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Prêt personnel</a:t>
            </a:r>
            <a:endParaRPr/>
          </a:p>
        </p:txBody>
      </p:sp>
      <p:sp>
        <p:nvSpPr>
          <p:cNvPr id="1416756323" name="TextBox 143"/>
          <p:cNvSpPr txBox="1"/>
          <p:nvPr/>
        </p:nvSpPr>
        <p:spPr bwMode="auto">
          <a:xfrm>
            <a:off x="5715000" y="52760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209.62</a:t>
            </a:r>
            <a:endParaRPr/>
          </a:p>
        </p:txBody>
      </p:sp>
      <p:sp>
        <p:nvSpPr>
          <p:cNvPr id="854244500" name="TextBox 144"/>
          <p:cNvSpPr txBox="1"/>
          <p:nvPr/>
        </p:nvSpPr>
        <p:spPr bwMode="auto">
          <a:xfrm>
            <a:off x="6995160" y="529437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1</a:t>
            </a:r>
            <a:endParaRPr/>
          </a:p>
        </p:txBody>
      </p:sp>
      <p:sp>
        <p:nvSpPr>
          <p:cNvPr id="1466740990" name="TextBox 145"/>
          <p:cNvSpPr txBox="1"/>
          <p:nvPr/>
        </p:nvSpPr>
        <p:spPr bwMode="auto">
          <a:xfrm>
            <a:off x="8001000" y="529437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1.7e-47</a:t>
            </a:r>
            <a:endParaRPr/>
          </a:p>
        </p:txBody>
      </p:sp>
      <p:sp>
        <p:nvSpPr>
          <p:cNvPr id="1406828751" name="Rounded Rectangle 146"/>
          <p:cNvSpPr/>
          <p:nvPr/>
        </p:nvSpPr>
        <p:spPr bwMode="auto">
          <a:xfrm>
            <a:off x="9555480" y="5257800"/>
            <a:ext cx="91440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557732" name="TextBox 147"/>
          <p:cNvSpPr txBox="1"/>
          <p:nvPr/>
        </p:nvSpPr>
        <p:spPr bwMode="auto">
          <a:xfrm>
            <a:off x="9555480" y="5294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FORTE</a:t>
            </a:r>
            <a:endParaRPr/>
          </a:p>
        </p:txBody>
      </p:sp>
      <p:sp>
        <p:nvSpPr>
          <p:cNvPr id="166646668" name="Rectangle 148"/>
          <p:cNvSpPr/>
          <p:nvPr/>
        </p:nvSpPr>
        <p:spPr bwMode="auto">
          <a:xfrm>
            <a:off x="777240" y="5788152"/>
            <a:ext cx="10607040" cy="566928"/>
          </a:xfrm>
          <a:prstGeom prst="rect">
            <a:avLst/>
          </a:prstGeom>
          <a:solidFill>
            <a:srgbClr val="2A336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833324" name="TextBox 149"/>
          <p:cNvSpPr txBox="1"/>
          <p:nvPr/>
        </p:nvSpPr>
        <p:spPr bwMode="auto">
          <a:xfrm>
            <a:off x="1143000" y="593445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Consolas"/>
              </a:rPr>
              <a:t>marital</a:t>
            </a:r>
            <a:endParaRPr/>
          </a:p>
        </p:txBody>
      </p:sp>
      <p:sp>
        <p:nvSpPr>
          <p:cNvPr id="1329843155" name="TextBox 150"/>
          <p:cNvSpPr txBox="1"/>
          <p:nvPr/>
        </p:nvSpPr>
        <p:spPr bwMode="auto">
          <a:xfrm>
            <a:off x="2606040" y="595274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Statut marital</a:t>
            </a:r>
            <a:endParaRPr/>
          </a:p>
        </p:txBody>
      </p:sp>
      <p:sp>
        <p:nvSpPr>
          <p:cNvPr id="881638679" name="TextBox 151"/>
          <p:cNvSpPr txBox="1"/>
          <p:nvPr/>
        </p:nvSpPr>
        <p:spPr bwMode="auto">
          <a:xfrm>
            <a:off x="5715000" y="593445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F5F7FA"/>
                </a:solidFill>
                <a:latin typeface="Montserrat"/>
              </a:rPr>
              <a:t>196.50</a:t>
            </a:r>
            <a:endParaRPr/>
          </a:p>
        </p:txBody>
      </p:sp>
      <p:sp>
        <p:nvSpPr>
          <p:cNvPr id="689982075" name="TextBox 152"/>
          <p:cNvSpPr txBox="1"/>
          <p:nvPr/>
        </p:nvSpPr>
        <p:spPr bwMode="auto">
          <a:xfrm>
            <a:off x="6995160" y="595274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2</a:t>
            </a:r>
            <a:endParaRPr/>
          </a:p>
        </p:txBody>
      </p:sp>
      <p:sp>
        <p:nvSpPr>
          <p:cNvPr id="1234968690" name="TextBox 153"/>
          <p:cNvSpPr txBox="1"/>
          <p:nvPr/>
        </p:nvSpPr>
        <p:spPr bwMode="auto">
          <a:xfrm>
            <a:off x="8001000" y="595274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2.2e-43</a:t>
            </a:r>
            <a:endParaRPr/>
          </a:p>
        </p:txBody>
      </p:sp>
      <p:sp>
        <p:nvSpPr>
          <p:cNvPr id="1424270508" name="Rounded Rectangle 154"/>
          <p:cNvSpPr/>
          <p:nvPr/>
        </p:nvSpPr>
        <p:spPr bwMode="auto">
          <a:xfrm>
            <a:off x="9555480" y="5916168"/>
            <a:ext cx="91440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2483720" name="TextBox 155"/>
          <p:cNvSpPr txBox="1"/>
          <p:nvPr/>
        </p:nvSpPr>
        <p:spPr bwMode="auto">
          <a:xfrm>
            <a:off x="9555480" y="595274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FORTE</a:t>
            </a:r>
            <a:endParaRPr/>
          </a:p>
        </p:txBody>
      </p:sp>
      <p:sp>
        <p:nvSpPr>
          <p:cNvPr id="168899143" name="TextBox 156"/>
          <p:cNvSpPr txBox="1"/>
          <p:nvPr/>
        </p:nvSpPr>
        <p:spPr bwMode="auto">
          <a:xfrm>
            <a:off x="777240" y="6035039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1">
                <a:solidFill>
                  <a:srgbClr val="FFC64D"/>
                </a:solidFill>
                <a:latin typeface="Inter"/>
              </a:rPr>
              <a:t>→ Surprise : housing (prêt immobilier) est même plus lié à y que le métier.</a:t>
            </a:r>
            <a:endParaRPr/>
          </a:p>
        </p:txBody>
      </p:sp>
      <p:sp>
        <p:nvSpPr>
          <p:cNvPr id="736950248" name="Rectangle 157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8295491" name="TextBox 158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613610806" name="TextBox 159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16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5222690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04" dur="350" fill="hold"/>
                                              <p:tgtEl>
                                                <p:spTgt spid="552226904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652350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14" dur="350" fill="hold"/>
                                              <p:tgtEl>
                                                <p:spTgt spid="665235033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4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1345636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24" dur="350" fill="hold"/>
                                              <p:tgtEl>
                                                <p:spTgt spid="1213456368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6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3113000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34" dur="350" fill="hold"/>
                                              <p:tgtEl>
                                                <p:spTgt spid="1331130007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80"/>
                            </p:stCondLst>
                            <p:childTnLst>
                              <p:par>
                                <p:cTn id="14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664666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44" dur="350" fill="hold"/>
                                              <p:tgtEl>
                                                <p:spTgt spid="166646668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6374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8340548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1233283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8855514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8754188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0097253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0613343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0332932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3874863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0416973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0818869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3538798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3172774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666264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9827135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997562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8147484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4116300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7200844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914079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7847895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616255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1743234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6906129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3173635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416657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8221395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177259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4251452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300748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2408555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1200066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9670743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2609670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6814841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2900463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5005707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9149719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2600007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0233768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4401823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5190027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0325231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044584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0463717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4428332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4319499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7891769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8195280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3632612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7128838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1794337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0410794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0236685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5409067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830211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1369424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3508910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3371958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863601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132841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6499654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4488850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1271541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4893576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057503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6608090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4946434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4787091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0809452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3772536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9024482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6378851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177915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626906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1127931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3043507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3684829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7658679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86209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2651470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4921415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9889314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4244651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7553227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8228187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8495477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0755756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4710832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835508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1548850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3481836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0680494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7262068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7262030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9654662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4295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6750334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3200698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9413495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5432063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7643435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760296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3548622" name="Rectangle 104"/>
          <p:cNvSpPr/>
          <p:nvPr/>
        </p:nvSpPr>
        <p:spPr bwMode="auto">
          <a:xfrm>
            <a:off x="777240" y="457200"/>
            <a:ext cx="8586651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741887" name="Rounded Rectangle 105"/>
          <p:cNvSpPr/>
          <p:nvPr/>
        </p:nvSpPr>
        <p:spPr bwMode="auto">
          <a:xfrm>
            <a:off x="777240" y="777240"/>
            <a:ext cx="237744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5938963" name="TextBox 106"/>
          <p:cNvSpPr txBox="1"/>
          <p:nvPr/>
        </p:nvSpPr>
        <p:spPr bwMode="auto">
          <a:xfrm>
            <a:off x="777240" y="8138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QUESTION 04  ·  APPEL</a:t>
            </a:r>
            <a:endParaRPr/>
          </a:p>
        </p:txBody>
      </p:sp>
      <p:sp>
        <p:nvSpPr>
          <p:cNvPr id="579810868" name="TextBox 107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400" b="1">
                <a:solidFill>
                  <a:srgbClr val="F5F7FA"/>
                </a:solidFill>
                <a:latin typeface="Montserrat"/>
              </a:rPr>
              <a:t>Quand un appel marche, à quoi ça tient ?</a:t>
            </a:r>
            <a:endParaRPr/>
          </a:p>
        </p:txBody>
      </p:sp>
      <p:pic>
        <p:nvPicPr>
          <p:cNvPr id="1459380770" name="Picture 108" descr="v3_heatmap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7240" y="2194560"/>
            <a:ext cx="4935372" cy="4023360"/>
          </a:xfrm>
          <a:prstGeom prst="rect">
            <a:avLst/>
          </a:prstGeom>
        </p:spPr>
      </p:pic>
      <p:pic>
        <p:nvPicPr>
          <p:cNvPr id="1322416452" name="Picture 109" descr="v3_box_dure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92240" y="2194560"/>
            <a:ext cx="5217924" cy="4023360"/>
          </a:xfrm>
          <a:prstGeom prst="rect">
            <a:avLst/>
          </a:prstGeom>
        </p:spPr>
      </p:pic>
      <p:sp>
        <p:nvSpPr>
          <p:cNvPr id="974546925" name="Rounded Rectangle 110"/>
          <p:cNvSpPr/>
          <p:nvPr/>
        </p:nvSpPr>
        <p:spPr bwMode="auto">
          <a:xfrm>
            <a:off x="777240" y="5897880"/>
            <a:ext cx="10607040" cy="5943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5236975" name="Rectangle 111"/>
          <p:cNvSpPr/>
          <p:nvPr/>
        </p:nvSpPr>
        <p:spPr bwMode="auto">
          <a:xfrm>
            <a:off x="777240" y="5897880"/>
            <a:ext cx="54864" cy="59436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9629195" name="TextBox 112"/>
          <p:cNvSpPr txBox="1"/>
          <p:nvPr/>
        </p:nvSpPr>
        <p:spPr bwMode="auto">
          <a:xfrm>
            <a:off x="1005840" y="603503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1">
                <a:solidFill>
                  <a:srgbClr val="F5F7FA"/>
                </a:solidFill>
                <a:latin typeface="Montserrat"/>
              </a:rPr>
              <a:t>r = 0.395   ·   p ≈ 0   ·   médiane Non = 164 s   ·   médiane Oui = 426 s   ( ×2.6 )</a:t>
            </a:r>
            <a:endParaRPr/>
          </a:p>
        </p:txBody>
      </p:sp>
      <p:sp>
        <p:nvSpPr>
          <p:cNvPr id="654293383" name="Rectangle 113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9018258" name="TextBox 114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879806886" name="TextBox 115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17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push dir="r"/>
      </p:transition>
    </mc:Choice>
    <mc:Fallback>
      <p:transition spd="med" advClick="1">
        <p:push dir="r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60132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7392832" name="Oval 2"/>
          <p:cNvSpPr/>
          <p:nvPr/>
        </p:nvSpPr>
        <p:spPr bwMode="auto">
          <a:xfrm>
            <a:off x="777240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9181301" name="Oval 3"/>
          <p:cNvSpPr/>
          <p:nvPr/>
        </p:nvSpPr>
        <p:spPr bwMode="auto">
          <a:xfrm>
            <a:off x="777240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7972592" name="Oval 4"/>
          <p:cNvSpPr/>
          <p:nvPr/>
        </p:nvSpPr>
        <p:spPr bwMode="auto">
          <a:xfrm>
            <a:off x="777240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1612173" name="Oval 5"/>
          <p:cNvSpPr/>
          <p:nvPr/>
        </p:nvSpPr>
        <p:spPr bwMode="auto">
          <a:xfrm>
            <a:off x="777240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673873" name="Oval 6"/>
          <p:cNvSpPr/>
          <p:nvPr/>
        </p:nvSpPr>
        <p:spPr bwMode="auto">
          <a:xfrm>
            <a:off x="777240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9136616" name="Oval 7"/>
          <p:cNvSpPr/>
          <p:nvPr/>
        </p:nvSpPr>
        <p:spPr bwMode="auto">
          <a:xfrm>
            <a:off x="777240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4180136" name="Oval 8"/>
          <p:cNvSpPr/>
          <p:nvPr/>
        </p:nvSpPr>
        <p:spPr bwMode="auto">
          <a:xfrm>
            <a:off x="777240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6645352" name="Oval 9"/>
          <p:cNvSpPr/>
          <p:nvPr/>
        </p:nvSpPr>
        <p:spPr bwMode="auto">
          <a:xfrm>
            <a:off x="777240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4119017" name="Oval 10"/>
          <p:cNvSpPr/>
          <p:nvPr/>
        </p:nvSpPr>
        <p:spPr bwMode="auto">
          <a:xfrm>
            <a:off x="777240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1139174" name="Oval 11"/>
          <p:cNvSpPr/>
          <p:nvPr/>
        </p:nvSpPr>
        <p:spPr bwMode="auto">
          <a:xfrm>
            <a:off x="777240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4267230" name="Oval 12"/>
          <p:cNvSpPr/>
          <p:nvPr/>
        </p:nvSpPr>
        <p:spPr bwMode="auto">
          <a:xfrm>
            <a:off x="777240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6152107" name="Oval 13"/>
          <p:cNvSpPr/>
          <p:nvPr/>
        </p:nvSpPr>
        <p:spPr bwMode="auto">
          <a:xfrm>
            <a:off x="777240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5208767" name="Oval 14"/>
          <p:cNvSpPr/>
          <p:nvPr/>
        </p:nvSpPr>
        <p:spPr bwMode="auto">
          <a:xfrm>
            <a:off x="777240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4076104" name="Oval 15"/>
          <p:cNvSpPr/>
          <p:nvPr/>
        </p:nvSpPr>
        <p:spPr bwMode="auto">
          <a:xfrm>
            <a:off x="777240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2493648" name="Oval 16"/>
          <p:cNvSpPr/>
          <p:nvPr/>
        </p:nvSpPr>
        <p:spPr bwMode="auto">
          <a:xfrm>
            <a:off x="777240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8506079" name="Oval 17"/>
          <p:cNvSpPr/>
          <p:nvPr/>
        </p:nvSpPr>
        <p:spPr bwMode="auto">
          <a:xfrm>
            <a:off x="777240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2539049" name="Oval 18"/>
          <p:cNvSpPr/>
          <p:nvPr/>
        </p:nvSpPr>
        <p:spPr bwMode="auto">
          <a:xfrm>
            <a:off x="777240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9996592" name="Oval 19"/>
          <p:cNvSpPr/>
          <p:nvPr/>
        </p:nvSpPr>
        <p:spPr bwMode="auto">
          <a:xfrm>
            <a:off x="777240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5910961" name="Oval 20"/>
          <p:cNvSpPr/>
          <p:nvPr/>
        </p:nvSpPr>
        <p:spPr bwMode="auto">
          <a:xfrm>
            <a:off x="777240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5637448" name="Oval 21"/>
          <p:cNvSpPr/>
          <p:nvPr/>
        </p:nvSpPr>
        <p:spPr bwMode="auto">
          <a:xfrm>
            <a:off x="777240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4485165" name="Oval 22"/>
          <p:cNvSpPr/>
          <p:nvPr/>
        </p:nvSpPr>
        <p:spPr bwMode="auto">
          <a:xfrm>
            <a:off x="806500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5227732" name="Oval 23"/>
          <p:cNvSpPr/>
          <p:nvPr/>
        </p:nvSpPr>
        <p:spPr bwMode="auto">
          <a:xfrm>
            <a:off x="806500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5595821" name="Oval 24"/>
          <p:cNvSpPr/>
          <p:nvPr/>
        </p:nvSpPr>
        <p:spPr bwMode="auto">
          <a:xfrm>
            <a:off x="806500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4456202" name="Oval 25"/>
          <p:cNvSpPr/>
          <p:nvPr/>
        </p:nvSpPr>
        <p:spPr bwMode="auto">
          <a:xfrm>
            <a:off x="806500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7690976" name="Oval 26"/>
          <p:cNvSpPr/>
          <p:nvPr/>
        </p:nvSpPr>
        <p:spPr bwMode="auto">
          <a:xfrm>
            <a:off x="806500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9432232" name="Oval 27"/>
          <p:cNvSpPr/>
          <p:nvPr/>
        </p:nvSpPr>
        <p:spPr bwMode="auto">
          <a:xfrm>
            <a:off x="806500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1346254" name="Oval 28"/>
          <p:cNvSpPr/>
          <p:nvPr/>
        </p:nvSpPr>
        <p:spPr bwMode="auto">
          <a:xfrm>
            <a:off x="806500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5597838" name="Oval 29"/>
          <p:cNvSpPr/>
          <p:nvPr/>
        </p:nvSpPr>
        <p:spPr bwMode="auto">
          <a:xfrm>
            <a:off x="806500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3412516" name="Oval 30"/>
          <p:cNvSpPr/>
          <p:nvPr/>
        </p:nvSpPr>
        <p:spPr bwMode="auto">
          <a:xfrm>
            <a:off x="806500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9989039" name="Oval 31"/>
          <p:cNvSpPr/>
          <p:nvPr/>
        </p:nvSpPr>
        <p:spPr bwMode="auto">
          <a:xfrm>
            <a:off x="806500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6029253" name="Oval 32"/>
          <p:cNvSpPr/>
          <p:nvPr/>
        </p:nvSpPr>
        <p:spPr bwMode="auto">
          <a:xfrm>
            <a:off x="806500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0361256" name="Oval 33"/>
          <p:cNvSpPr/>
          <p:nvPr/>
        </p:nvSpPr>
        <p:spPr bwMode="auto">
          <a:xfrm>
            <a:off x="806500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0265721" name="Oval 34"/>
          <p:cNvSpPr/>
          <p:nvPr/>
        </p:nvSpPr>
        <p:spPr bwMode="auto">
          <a:xfrm>
            <a:off x="806500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304519" name="Oval 35"/>
          <p:cNvSpPr/>
          <p:nvPr/>
        </p:nvSpPr>
        <p:spPr bwMode="auto">
          <a:xfrm>
            <a:off x="806500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3704099" name="Oval 36"/>
          <p:cNvSpPr/>
          <p:nvPr/>
        </p:nvSpPr>
        <p:spPr bwMode="auto">
          <a:xfrm>
            <a:off x="806500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8697384" name="Oval 37"/>
          <p:cNvSpPr/>
          <p:nvPr/>
        </p:nvSpPr>
        <p:spPr bwMode="auto">
          <a:xfrm>
            <a:off x="806500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3352882" name="Oval 38"/>
          <p:cNvSpPr/>
          <p:nvPr/>
        </p:nvSpPr>
        <p:spPr bwMode="auto">
          <a:xfrm>
            <a:off x="806500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4277760" name="Oval 39"/>
          <p:cNvSpPr/>
          <p:nvPr/>
        </p:nvSpPr>
        <p:spPr bwMode="auto">
          <a:xfrm>
            <a:off x="806500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8817405" name="Oval 40"/>
          <p:cNvSpPr/>
          <p:nvPr/>
        </p:nvSpPr>
        <p:spPr bwMode="auto">
          <a:xfrm>
            <a:off x="806500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7535666" name="Oval 41"/>
          <p:cNvSpPr/>
          <p:nvPr/>
        </p:nvSpPr>
        <p:spPr bwMode="auto">
          <a:xfrm>
            <a:off x="806500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6420448" name="Oval 42"/>
          <p:cNvSpPr/>
          <p:nvPr/>
        </p:nvSpPr>
        <p:spPr bwMode="auto">
          <a:xfrm>
            <a:off x="8357616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7491951" name="Oval 43"/>
          <p:cNvSpPr/>
          <p:nvPr/>
        </p:nvSpPr>
        <p:spPr bwMode="auto">
          <a:xfrm>
            <a:off x="8357616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7834946" name="Oval 44"/>
          <p:cNvSpPr/>
          <p:nvPr/>
        </p:nvSpPr>
        <p:spPr bwMode="auto">
          <a:xfrm>
            <a:off x="8357616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025252" name="Oval 45"/>
          <p:cNvSpPr/>
          <p:nvPr/>
        </p:nvSpPr>
        <p:spPr bwMode="auto">
          <a:xfrm>
            <a:off x="8357616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1707481" name="Oval 46"/>
          <p:cNvSpPr/>
          <p:nvPr/>
        </p:nvSpPr>
        <p:spPr bwMode="auto">
          <a:xfrm>
            <a:off x="8357616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9097481" name="Oval 47"/>
          <p:cNvSpPr/>
          <p:nvPr/>
        </p:nvSpPr>
        <p:spPr bwMode="auto">
          <a:xfrm>
            <a:off x="8357616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5553399" name="Oval 48"/>
          <p:cNvSpPr/>
          <p:nvPr/>
        </p:nvSpPr>
        <p:spPr bwMode="auto">
          <a:xfrm>
            <a:off x="8357616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6212965" name="Oval 49"/>
          <p:cNvSpPr/>
          <p:nvPr/>
        </p:nvSpPr>
        <p:spPr bwMode="auto">
          <a:xfrm>
            <a:off x="8357616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9099976" name="Oval 50"/>
          <p:cNvSpPr/>
          <p:nvPr/>
        </p:nvSpPr>
        <p:spPr bwMode="auto">
          <a:xfrm>
            <a:off x="8357616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010747" name="Oval 51"/>
          <p:cNvSpPr/>
          <p:nvPr/>
        </p:nvSpPr>
        <p:spPr bwMode="auto">
          <a:xfrm>
            <a:off x="8357616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841104" name="Oval 52"/>
          <p:cNvSpPr/>
          <p:nvPr/>
        </p:nvSpPr>
        <p:spPr bwMode="auto">
          <a:xfrm>
            <a:off x="8357616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1622174" name="Oval 53"/>
          <p:cNvSpPr/>
          <p:nvPr/>
        </p:nvSpPr>
        <p:spPr bwMode="auto">
          <a:xfrm>
            <a:off x="8357616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9214335" name="Oval 54"/>
          <p:cNvSpPr/>
          <p:nvPr/>
        </p:nvSpPr>
        <p:spPr bwMode="auto">
          <a:xfrm>
            <a:off x="8357616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0214500" name="Oval 55"/>
          <p:cNvSpPr/>
          <p:nvPr/>
        </p:nvSpPr>
        <p:spPr bwMode="auto">
          <a:xfrm>
            <a:off x="8357616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0744939" name="Oval 56"/>
          <p:cNvSpPr/>
          <p:nvPr/>
        </p:nvSpPr>
        <p:spPr bwMode="auto">
          <a:xfrm>
            <a:off x="8357616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6331187" name="Oval 57"/>
          <p:cNvSpPr/>
          <p:nvPr/>
        </p:nvSpPr>
        <p:spPr bwMode="auto">
          <a:xfrm>
            <a:off x="8357616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3933808" name="Oval 58"/>
          <p:cNvSpPr/>
          <p:nvPr/>
        </p:nvSpPr>
        <p:spPr bwMode="auto">
          <a:xfrm>
            <a:off x="8357616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1142055" name="Oval 59"/>
          <p:cNvSpPr/>
          <p:nvPr/>
        </p:nvSpPr>
        <p:spPr bwMode="auto">
          <a:xfrm>
            <a:off x="8357616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8884147" name="Oval 60"/>
          <p:cNvSpPr/>
          <p:nvPr/>
        </p:nvSpPr>
        <p:spPr bwMode="auto">
          <a:xfrm>
            <a:off x="8357616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0662062" name="Oval 61"/>
          <p:cNvSpPr/>
          <p:nvPr/>
        </p:nvSpPr>
        <p:spPr bwMode="auto">
          <a:xfrm>
            <a:off x="8357616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0987657" name="Oval 62"/>
          <p:cNvSpPr/>
          <p:nvPr/>
        </p:nvSpPr>
        <p:spPr bwMode="auto">
          <a:xfrm>
            <a:off x="8650224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3715328" name="Oval 63"/>
          <p:cNvSpPr/>
          <p:nvPr/>
        </p:nvSpPr>
        <p:spPr bwMode="auto">
          <a:xfrm>
            <a:off x="8650224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4339699" name="Oval 64"/>
          <p:cNvSpPr/>
          <p:nvPr/>
        </p:nvSpPr>
        <p:spPr bwMode="auto">
          <a:xfrm>
            <a:off x="8650224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3677732" name="Oval 65"/>
          <p:cNvSpPr/>
          <p:nvPr/>
        </p:nvSpPr>
        <p:spPr bwMode="auto">
          <a:xfrm>
            <a:off x="8650224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0186610" name="Oval 66"/>
          <p:cNvSpPr/>
          <p:nvPr/>
        </p:nvSpPr>
        <p:spPr bwMode="auto">
          <a:xfrm>
            <a:off x="8650224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1395530" name="Oval 67"/>
          <p:cNvSpPr/>
          <p:nvPr/>
        </p:nvSpPr>
        <p:spPr bwMode="auto">
          <a:xfrm>
            <a:off x="8650224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5975773" name="Oval 68"/>
          <p:cNvSpPr/>
          <p:nvPr/>
        </p:nvSpPr>
        <p:spPr bwMode="auto">
          <a:xfrm>
            <a:off x="8650224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6979139" name="Oval 69"/>
          <p:cNvSpPr/>
          <p:nvPr/>
        </p:nvSpPr>
        <p:spPr bwMode="auto">
          <a:xfrm>
            <a:off x="8650224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8933176" name="Oval 70"/>
          <p:cNvSpPr/>
          <p:nvPr/>
        </p:nvSpPr>
        <p:spPr bwMode="auto">
          <a:xfrm>
            <a:off x="8650224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1255600" name="Oval 71"/>
          <p:cNvSpPr/>
          <p:nvPr/>
        </p:nvSpPr>
        <p:spPr bwMode="auto">
          <a:xfrm>
            <a:off x="8650224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9374325" name="Oval 72"/>
          <p:cNvSpPr/>
          <p:nvPr/>
        </p:nvSpPr>
        <p:spPr bwMode="auto">
          <a:xfrm>
            <a:off x="8650224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0127398" name="Oval 73"/>
          <p:cNvSpPr/>
          <p:nvPr/>
        </p:nvSpPr>
        <p:spPr bwMode="auto">
          <a:xfrm>
            <a:off x="8650224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0059124" name="Oval 74"/>
          <p:cNvSpPr/>
          <p:nvPr/>
        </p:nvSpPr>
        <p:spPr bwMode="auto">
          <a:xfrm>
            <a:off x="8650224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1397026" name="Oval 75"/>
          <p:cNvSpPr/>
          <p:nvPr/>
        </p:nvSpPr>
        <p:spPr bwMode="auto">
          <a:xfrm>
            <a:off x="8650224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2682325" name="Oval 76"/>
          <p:cNvSpPr/>
          <p:nvPr/>
        </p:nvSpPr>
        <p:spPr bwMode="auto">
          <a:xfrm>
            <a:off x="8650224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6597537" name="Oval 77"/>
          <p:cNvSpPr/>
          <p:nvPr/>
        </p:nvSpPr>
        <p:spPr bwMode="auto">
          <a:xfrm>
            <a:off x="8650224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4166328" name="Oval 78"/>
          <p:cNvSpPr/>
          <p:nvPr/>
        </p:nvSpPr>
        <p:spPr bwMode="auto">
          <a:xfrm>
            <a:off x="8650224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341616" name="Oval 79"/>
          <p:cNvSpPr/>
          <p:nvPr/>
        </p:nvSpPr>
        <p:spPr bwMode="auto">
          <a:xfrm>
            <a:off x="8650224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5874476" name="Oval 80"/>
          <p:cNvSpPr/>
          <p:nvPr/>
        </p:nvSpPr>
        <p:spPr bwMode="auto">
          <a:xfrm>
            <a:off x="8650224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1277211" name="Oval 81"/>
          <p:cNvSpPr/>
          <p:nvPr/>
        </p:nvSpPr>
        <p:spPr bwMode="auto">
          <a:xfrm>
            <a:off x="8650224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6061477" name="Oval 82"/>
          <p:cNvSpPr/>
          <p:nvPr/>
        </p:nvSpPr>
        <p:spPr bwMode="auto">
          <a:xfrm>
            <a:off x="8942832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4546129" name="Oval 83"/>
          <p:cNvSpPr/>
          <p:nvPr/>
        </p:nvSpPr>
        <p:spPr bwMode="auto">
          <a:xfrm>
            <a:off x="8942832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2258730" name="Oval 84"/>
          <p:cNvSpPr/>
          <p:nvPr/>
        </p:nvSpPr>
        <p:spPr bwMode="auto">
          <a:xfrm>
            <a:off x="8942832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6885395" name="Oval 85"/>
          <p:cNvSpPr/>
          <p:nvPr/>
        </p:nvSpPr>
        <p:spPr bwMode="auto">
          <a:xfrm>
            <a:off x="8942832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0552806" name="Oval 86"/>
          <p:cNvSpPr/>
          <p:nvPr/>
        </p:nvSpPr>
        <p:spPr bwMode="auto">
          <a:xfrm>
            <a:off x="8942832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9331391" name="Oval 87"/>
          <p:cNvSpPr/>
          <p:nvPr/>
        </p:nvSpPr>
        <p:spPr bwMode="auto">
          <a:xfrm>
            <a:off x="8942832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2897593" name="Oval 88"/>
          <p:cNvSpPr/>
          <p:nvPr/>
        </p:nvSpPr>
        <p:spPr bwMode="auto">
          <a:xfrm>
            <a:off x="8942832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0145342" name="Oval 89"/>
          <p:cNvSpPr/>
          <p:nvPr/>
        </p:nvSpPr>
        <p:spPr bwMode="auto">
          <a:xfrm>
            <a:off x="8942832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741428" name="Oval 90"/>
          <p:cNvSpPr/>
          <p:nvPr/>
        </p:nvSpPr>
        <p:spPr bwMode="auto">
          <a:xfrm>
            <a:off x="8942832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1097211" name="Oval 91"/>
          <p:cNvSpPr/>
          <p:nvPr/>
        </p:nvSpPr>
        <p:spPr bwMode="auto">
          <a:xfrm>
            <a:off x="8942832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9574487" name="Oval 92"/>
          <p:cNvSpPr/>
          <p:nvPr/>
        </p:nvSpPr>
        <p:spPr bwMode="auto">
          <a:xfrm>
            <a:off x="8942832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2462570" name="Oval 93"/>
          <p:cNvSpPr/>
          <p:nvPr/>
        </p:nvSpPr>
        <p:spPr bwMode="auto">
          <a:xfrm>
            <a:off x="8942832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2633486" name="Oval 94"/>
          <p:cNvSpPr/>
          <p:nvPr/>
        </p:nvSpPr>
        <p:spPr bwMode="auto">
          <a:xfrm>
            <a:off x="8942832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8333351" name="Oval 95"/>
          <p:cNvSpPr/>
          <p:nvPr/>
        </p:nvSpPr>
        <p:spPr bwMode="auto">
          <a:xfrm>
            <a:off x="8942832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6043551" name="Oval 96"/>
          <p:cNvSpPr/>
          <p:nvPr/>
        </p:nvSpPr>
        <p:spPr bwMode="auto">
          <a:xfrm>
            <a:off x="8942832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2598666" name="Oval 97"/>
          <p:cNvSpPr/>
          <p:nvPr/>
        </p:nvSpPr>
        <p:spPr bwMode="auto">
          <a:xfrm>
            <a:off x="8942832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9410626" name="Oval 98"/>
          <p:cNvSpPr/>
          <p:nvPr/>
        </p:nvSpPr>
        <p:spPr bwMode="auto">
          <a:xfrm>
            <a:off x="8942832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2018923" name="Oval 99"/>
          <p:cNvSpPr/>
          <p:nvPr/>
        </p:nvSpPr>
        <p:spPr bwMode="auto">
          <a:xfrm>
            <a:off x="8942832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1817647" name="Oval 100"/>
          <p:cNvSpPr/>
          <p:nvPr/>
        </p:nvSpPr>
        <p:spPr bwMode="auto">
          <a:xfrm>
            <a:off x="8942832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2849154" name="Oval 101"/>
          <p:cNvSpPr/>
          <p:nvPr/>
        </p:nvSpPr>
        <p:spPr bwMode="auto">
          <a:xfrm>
            <a:off x="8942832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7321971" name="Oval 102"/>
          <p:cNvSpPr/>
          <p:nvPr/>
        </p:nvSpPr>
        <p:spPr bwMode="auto">
          <a:xfrm>
            <a:off x="923544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3809042" name="Oval 103"/>
          <p:cNvSpPr/>
          <p:nvPr/>
        </p:nvSpPr>
        <p:spPr bwMode="auto">
          <a:xfrm>
            <a:off x="923544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9089373" name="Oval 104"/>
          <p:cNvSpPr/>
          <p:nvPr/>
        </p:nvSpPr>
        <p:spPr bwMode="auto">
          <a:xfrm>
            <a:off x="923544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432323" name="Oval 105"/>
          <p:cNvSpPr/>
          <p:nvPr/>
        </p:nvSpPr>
        <p:spPr bwMode="auto">
          <a:xfrm>
            <a:off x="923544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5426238" name="Oval 106"/>
          <p:cNvSpPr/>
          <p:nvPr/>
        </p:nvSpPr>
        <p:spPr bwMode="auto">
          <a:xfrm>
            <a:off x="923544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0167776" name="Oval 107"/>
          <p:cNvSpPr/>
          <p:nvPr/>
        </p:nvSpPr>
        <p:spPr bwMode="auto">
          <a:xfrm>
            <a:off x="923544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2837423" name="Oval 108"/>
          <p:cNvSpPr/>
          <p:nvPr/>
        </p:nvSpPr>
        <p:spPr bwMode="auto">
          <a:xfrm>
            <a:off x="923544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382230" name="Oval 109"/>
          <p:cNvSpPr/>
          <p:nvPr/>
        </p:nvSpPr>
        <p:spPr bwMode="auto">
          <a:xfrm>
            <a:off x="923544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6624580" name="Oval 110"/>
          <p:cNvSpPr/>
          <p:nvPr/>
        </p:nvSpPr>
        <p:spPr bwMode="auto">
          <a:xfrm>
            <a:off x="923544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397376" name="Oval 111"/>
          <p:cNvSpPr/>
          <p:nvPr/>
        </p:nvSpPr>
        <p:spPr bwMode="auto">
          <a:xfrm>
            <a:off x="923544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0798204" name="Oval 112"/>
          <p:cNvSpPr/>
          <p:nvPr/>
        </p:nvSpPr>
        <p:spPr bwMode="auto">
          <a:xfrm>
            <a:off x="923544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9520051" name="Oval 113"/>
          <p:cNvSpPr/>
          <p:nvPr/>
        </p:nvSpPr>
        <p:spPr bwMode="auto">
          <a:xfrm>
            <a:off x="923544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3121371" name="Oval 114"/>
          <p:cNvSpPr/>
          <p:nvPr/>
        </p:nvSpPr>
        <p:spPr bwMode="auto">
          <a:xfrm>
            <a:off x="923544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662945" name="Oval 115"/>
          <p:cNvSpPr/>
          <p:nvPr/>
        </p:nvSpPr>
        <p:spPr bwMode="auto">
          <a:xfrm>
            <a:off x="923544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6804298" name="Oval 116"/>
          <p:cNvSpPr/>
          <p:nvPr/>
        </p:nvSpPr>
        <p:spPr bwMode="auto">
          <a:xfrm>
            <a:off x="923544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4044735" name="Oval 117"/>
          <p:cNvSpPr/>
          <p:nvPr/>
        </p:nvSpPr>
        <p:spPr bwMode="auto">
          <a:xfrm>
            <a:off x="923544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9954082" name="Oval 118"/>
          <p:cNvSpPr/>
          <p:nvPr/>
        </p:nvSpPr>
        <p:spPr bwMode="auto">
          <a:xfrm>
            <a:off x="923544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0166327" name="Oval 119"/>
          <p:cNvSpPr/>
          <p:nvPr/>
        </p:nvSpPr>
        <p:spPr bwMode="auto">
          <a:xfrm>
            <a:off x="923544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4270073" name="Oval 120"/>
          <p:cNvSpPr/>
          <p:nvPr/>
        </p:nvSpPr>
        <p:spPr bwMode="auto">
          <a:xfrm>
            <a:off x="923544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8417070" name="Oval 121"/>
          <p:cNvSpPr/>
          <p:nvPr/>
        </p:nvSpPr>
        <p:spPr bwMode="auto">
          <a:xfrm>
            <a:off x="923544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1258777" name="Oval 122"/>
          <p:cNvSpPr/>
          <p:nvPr/>
        </p:nvSpPr>
        <p:spPr bwMode="auto">
          <a:xfrm>
            <a:off x="952804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2528190" name="Oval 123"/>
          <p:cNvSpPr/>
          <p:nvPr/>
        </p:nvSpPr>
        <p:spPr bwMode="auto">
          <a:xfrm>
            <a:off x="952804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8119982" name="Oval 124"/>
          <p:cNvSpPr/>
          <p:nvPr/>
        </p:nvSpPr>
        <p:spPr bwMode="auto">
          <a:xfrm>
            <a:off x="952804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9054580" name="Oval 125"/>
          <p:cNvSpPr/>
          <p:nvPr/>
        </p:nvSpPr>
        <p:spPr bwMode="auto">
          <a:xfrm>
            <a:off x="952804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0679647" name="Oval 126"/>
          <p:cNvSpPr/>
          <p:nvPr/>
        </p:nvSpPr>
        <p:spPr bwMode="auto">
          <a:xfrm>
            <a:off x="952804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2209807" name="Oval 127"/>
          <p:cNvSpPr/>
          <p:nvPr/>
        </p:nvSpPr>
        <p:spPr bwMode="auto">
          <a:xfrm>
            <a:off x="952804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3438704" name="Oval 128"/>
          <p:cNvSpPr/>
          <p:nvPr/>
        </p:nvSpPr>
        <p:spPr bwMode="auto">
          <a:xfrm>
            <a:off x="952804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0624461" name="Oval 129"/>
          <p:cNvSpPr/>
          <p:nvPr/>
        </p:nvSpPr>
        <p:spPr bwMode="auto">
          <a:xfrm>
            <a:off x="952804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4585558" name="Oval 130"/>
          <p:cNvSpPr/>
          <p:nvPr/>
        </p:nvSpPr>
        <p:spPr bwMode="auto">
          <a:xfrm>
            <a:off x="952804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2142427" name="Oval 131"/>
          <p:cNvSpPr/>
          <p:nvPr/>
        </p:nvSpPr>
        <p:spPr bwMode="auto">
          <a:xfrm>
            <a:off x="952804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5584434" name="Oval 132"/>
          <p:cNvSpPr/>
          <p:nvPr/>
        </p:nvSpPr>
        <p:spPr bwMode="auto">
          <a:xfrm>
            <a:off x="952804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4141068" name="Oval 133"/>
          <p:cNvSpPr/>
          <p:nvPr/>
        </p:nvSpPr>
        <p:spPr bwMode="auto">
          <a:xfrm>
            <a:off x="952804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4706896" name="Oval 134"/>
          <p:cNvSpPr/>
          <p:nvPr/>
        </p:nvSpPr>
        <p:spPr bwMode="auto">
          <a:xfrm>
            <a:off x="952804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15401" name="Oval 135"/>
          <p:cNvSpPr/>
          <p:nvPr/>
        </p:nvSpPr>
        <p:spPr bwMode="auto">
          <a:xfrm>
            <a:off x="952804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5258507" name="Oval 136"/>
          <p:cNvSpPr/>
          <p:nvPr/>
        </p:nvSpPr>
        <p:spPr bwMode="auto">
          <a:xfrm>
            <a:off x="952804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8701031" name="Oval 137"/>
          <p:cNvSpPr/>
          <p:nvPr/>
        </p:nvSpPr>
        <p:spPr bwMode="auto">
          <a:xfrm>
            <a:off x="952804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7907759" name="Oval 138"/>
          <p:cNvSpPr/>
          <p:nvPr/>
        </p:nvSpPr>
        <p:spPr bwMode="auto">
          <a:xfrm>
            <a:off x="952804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5875357" name="Oval 139"/>
          <p:cNvSpPr/>
          <p:nvPr/>
        </p:nvSpPr>
        <p:spPr bwMode="auto">
          <a:xfrm>
            <a:off x="952804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2565434" name="Oval 140"/>
          <p:cNvSpPr/>
          <p:nvPr/>
        </p:nvSpPr>
        <p:spPr bwMode="auto">
          <a:xfrm>
            <a:off x="952804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2520889" name="Oval 141"/>
          <p:cNvSpPr/>
          <p:nvPr/>
        </p:nvSpPr>
        <p:spPr bwMode="auto">
          <a:xfrm>
            <a:off x="952804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1046619" name="Oval 142"/>
          <p:cNvSpPr/>
          <p:nvPr/>
        </p:nvSpPr>
        <p:spPr bwMode="auto">
          <a:xfrm>
            <a:off x="9820656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6475044" name="Oval 143"/>
          <p:cNvSpPr/>
          <p:nvPr/>
        </p:nvSpPr>
        <p:spPr bwMode="auto">
          <a:xfrm>
            <a:off x="9820656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1340242" name="Oval 144"/>
          <p:cNvSpPr/>
          <p:nvPr/>
        </p:nvSpPr>
        <p:spPr bwMode="auto">
          <a:xfrm>
            <a:off x="9820656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4358064" name="Oval 145"/>
          <p:cNvSpPr/>
          <p:nvPr/>
        </p:nvSpPr>
        <p:spPr bwMode="auto">
          <a:xfrm>
            <a:off x="9820656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4006183" name="Oval 146"/>
          <p:cNvSpPr/>
          <p:nvPr/>
        </p:nvSpPr>
        <p:spPr bwMode="auto">
          <a:xfrm>
            <a:off x="9820656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5495474" name="Oval 147"/>
          <p:cNvSpPr/>
          <p:nvPr/>
        </p:nvSpPr>
        <p:spPr bwMode="auto">
          <a:xfrm>
            <a:off x="9820656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3435411" name="Oval 148"/>
          <p:cNvSpPr/>
          <p:nvPr/>
        </p:nvSpPr>
        <p:spPr bwMode="auto">
          <a:xfrm>
            <a:off x="9820656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110536" name="Oval 149"/>
          <p:cNvSpPr/>
          <p:nvPr/>
        </p:nvSpPr>
        <p:spPr bwMode="auto">
          <a:xfrm>
            <a:off x="9820656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813144" name="Oval 150"/>
          <p:cNvSpPr/>
          <p:nvPr/>
        </p:nvSpPr>
        <p:spPr bwMode="auto">
          <a:xfrm>
            <a:off x="9820656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25138" name="Oval 151"/>
          <p:cNvSpPr/>
          <p:nvPr/>
        </p:nvSpPr>
        <p:spPr bwMode="auto">
          <a:xfrm>
            <a:off x="9820656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0002823" name="Oval 152"/>
          <p:cNvSpPr/>
          <p:nvPr/>
        </p:nvSpPr>
        <p:spPr bwMode="auto">
          <a:xfrm>
            <a:off x="9820656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8869049" name="Oval 153"/>
          <p:cNvSpPr/>
          <p:nvPr/>
        </p:nvSpPr>
        <p:spPr bwMode="auto">
          <a:xfrm>
            <a:off x="9820656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8017594" name="Oval 154"/>
          <p:cNvSpPr/>
          <p:nvPr/>
        </p:nvSpPr>
        <p:spPr bwMode="auto">
          <a:xfrm>
            <a:off x="9820656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6647938" name="Oval 155"/>
          <p:cNvSpPr/>
          <p:nvPr/>
        </p:nvSpPr>
        <p:spPr bwMode="auto">
          <a:xfrm>
            <a:off x="9820656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0888061" name="Oval 156"/>
          <p:cNvSpPr/>
          <p:nvPr/>
        </p:nvSpPr>
        <p:spPr bwMode="auto">
          <a:xfrm>
            <a:off x="9820656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0719928" name="Oval 157"/>
          <p:cNvSpPr/>
          <p:nvPr/>
        </p:nvSpPr>
        <p:spPr bwMode="auto">
          <a:xfrm>
            <a:off x="9820656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2372328" name="Oval 158"/>
          <p:cNvSpPr/>
          <p:nvPr/>
        </p:nvSpPr>
        <p:spPr bwMode="auto">
          <a:xfrm>
            <a:off x="9820656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8735871" name="Oval 159"/>
          <p:cNvSpPr/>
          <p:nvPr/>
        </p:nvSpPr>
        <p:spPr bwMode="auto">
          <a:xfrm>
            <a:off x="9820656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8855118" name="Oval 160"/>
          <p:cNvSpPr/>
          <p:nvPr/>
        </p:nvSpPr>
        <p:spPr bwMode="auto">
          <a:xfrm>
            <a:off x="9820656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8820875" name="Oval 161"/>
          <p:cNvSpPr/>
          <p:nvPr/>
        </p:nvSpPr>
        <p:spPr bwMode="auto">
          <a:xfrm>
            <a:off x="9820656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8345665" name="Oval 162"/>
          <p:cNvSpPr/>
          <p:nvPr/>
        </p:nvSpPr>
        <p:spPr bwMode="auto">
          <a:xfrm>
            <a:off x="10113264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4984019" name="Oval 163"/>
          <p:cNvSpPr/>
          <p:nvPr/>
        </p:nvSpPr>
        <p:spPr bwMode="auto">
          <a:xfrm>
            <a:off x="10113264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0957303" name="Oval 164"/>
          <p:cNvSpPr/>
          <p:nvPr/>
        </p:nvSpPr>
        <p:spPr bwMode="auto">
          <a:xfrm>
            <a:off x="10113264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7501876" name="Oval 165"/>
          <p:cNvSpPr/>
          <p:nvPr/>
        </p:nvSpPr>
        <p:spPr bwMode="auto">
          <a:xfrm>
            <a:off x="10113264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8206314" name="Oval 166"/>
          <p:cNvSpPr/>
          <p:nvPr/>
        </p:nvSpPr>
        <p:spPr bwMode="auto">
          <a:xfrm>
            <a:off x="10113264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1560045" name="Oval 167"/>
          <p:cNvSpPr/>
          <p:nvPr/>
        </p:nvSpPr>
        <p:spPr bwMode="auto">
          <a:xfrm>
            <a:off x="10113264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9830783" name="Oval 168"/>
          <p:cNvSpPr/>
          <p:nvPr/>
        </p:nvSpPr>
        <p:spPr bwMode="auto">
          <a:xfrm>
            <a:off x="10113264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1254576" name="Oval 169"/>
          <p:cNvSpPr/>
          <p:nvPr/>
        </p:nvSpPr>
        <p:spPr bwMode="auto">
          <a:xfrm>
            <a:off x="10113264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5825417" name="Oval 170"/>
          <p:cNvSpPr/>
          <p:nvPr/>
        </p:nvSpPr>
        <p:spPr bwMode="auto">
          <a:xfrm>
            <a:off x="10113264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0301609" name="Oval 171"/>
          <p:cNvSpPr/>
          <p:nvPr/>
        </p:nvSpPr>
        <p:spPr bwMode="auto">
          <a:xfrm>
            <a:off x="10113264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9606122" name="Oval 172"/>
          <p:cNvSpPr/>
          <p:nvPr/>
        </p:nvSpPr>
        <p:spPr bwMode="auto">
          <a:xfrm>
            <a:off x="10113264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6701645" name="Oval 173"/>
          <p:cNvSpPr/>
          <p:nvPr/>
        </p:nvSpPr>
        <p:spPr bwMode="auto">
          <a:xfrm>
            <a:off x="10113264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9567322" name="Oval 174"/>
          <p:cNvSpPr/>
          <p:nvPr/>
        </p:nvSpPr>
        <p:spPr bwMode="auto">
          <a:xfrm>
            <a:off x="10113264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0560551" name="Oval 175"/>
          <p:cNvSpPr/>
          <p:nvPr/>
        </p:nvSpPr>
        <p:spPr bwMode="auto">
          <a:xfrm>
            <a:off x="10113264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2069683" name="Oval 176"/>
          <p:cNvSpPr/>
          <p:nvPr/>
        </p:nvSpPr>
        <p:spPr bwMode="auto">
          <a:xfrm>
            <a:off x="10113264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1268089" name="Oval 177"/>
          <p:cNvSpPr/>
          <p:nvPr/>
        </p:nvSpPr>
        <p:spPr bwMode="auto">
          <a:xfrm>
            <a:off x="10113264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2057679" name="Oval 178"/>
          <p:cNvSpPr/>
          <p:nvPr/>
        </p:nvSpPr>
        <p:spPr bwMode="auto">
          <a:xfrm>
            <a:off x="10113264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7282462" name="Oval 179"/>
          <p:cNvSpPr/>
          <p:nvPr/>
        </p:nvSpPr>
        <p:spPr bwMode="auto">
          <a:xfrm>
            <a:off x="10113264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148193" name="Oval 180"/>
          <p:cNvSpPr/>
          <p:nvPr/>
        </p:nvSpPr>
        <p:spPr bwMode="auto">
          <a:xfrm>
            <a:off x="10113264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9130980" name="Oval 181"/>
          <p:cNvSpPr/>
          <p:nvPr/>
        </p:nvSpPr>
        <p:spPr bwMode="auto">
          <a:xfrm>
            <a:off x="10113264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0188798" name="Oval 182"/>
          <p:cNvSpPr/>
          <p:nvPr/>
        </p:nvSpPr>
        <p:spPr bwMode="auto">
          <a:xfrm>
            <a:off x="10405872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721967" name="Oval 183"/>
          <p:cNvSpPr/>
          <p:nvPr/>
        </p:nvSpPr>
        <p:spPr bwMode="auto">
          <a:xfrm>
            <a:off x="10405872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8341818" name="Oval 184"/>
          <p:cNvSpPr/>
          <p:nvPr/>
        </p:nvSpPr>
        <p:spPr bwMode="auto">
          <a:xfrm>
            <a:off x="10405872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460459" name="Oval 185"/>
          <p:cNvSpPr/>
          <p:nvPr/>
        </p:nvSpPr>
        <p:spPr bwMode="auto">
          <a:xfrm>
            <a:off x="10405872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3262081" name="Oval 186"/>
          <p:cNvSpPr/>
          <p:nvPr/>
        </p:nvSpPr>
        <p:spPr bwMode="auto">
          <a:xfrm>
            <a:off x="10405872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7042001" name="Oval 187"/>
          <p:cNvSpPr/>
          <p:nvPr/>
        </p:nvSpPr>
        <p:spPr bwMode="auto">
          <a:xfrm>
            <a:off x="10405872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5544213" name="Oval 188"/>
          <p:cNvSpPr/>
          <p:nvPr/>
        </p:nvSpPr>
        <p:spPr bwMode="auto">
          <a:xfrm>
            <a:off x="10405872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0145944" name="Oval 189"/>
          <p:cNvSpPr/>
          <p:nvPr/>
        </p:nvSpPr>
        <p:spPr bwMode="auto">
          <a:xfrm>
            <a:off x="10405872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9355021" name="Oval 190"/>
          <p:cNvSpPr/>
          <p:nvPr/>
        </p:nvSpPr>
        <p:spPr bwMode="auto">
          <a:xfrm>
            <a:off x="10405872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3491163" name="Oval 191"/>
          <p:cNvSpPr/>
          <p:nvPr/>
        </p:nvSpPr>
        <p:spPr bwMode="auto">
          <a:xfrm>
            <a:off x="10405872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5784462" name="Oval 192"/>
          <p:cNvSpPr/>
          <p:nvPr/>
        </p:nvSpPr>
        <p:spPr bwMode="auto">
          <a:xfrm>
            <a:off x="10405872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8522606" name="Oval 193"/>
          <p:cNvSpPr/>
          <p:nvPr/>
        </p:nvSpPr>
        <p:spPr bwMode="auto">
          <a:xfrm>
            <a:off x="10405872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2123489" name="Oval 194"/>
          <p:cNvSpPr/>
          <p:nvPr/>
        </p:nvSpPr>
        <p:spPr bwMode="auto">
          <a:xfrm>
            <a:off x="10405872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8204071" name="Oval 195"/>
          <p:cNvSpPr/>
          <p:nvPr/>
        </p:nvSpPr>
        <p:spPr bwMode="auto">
          <a:xfrm>
            <a:off x="10405872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1994725" name="Oval 196"/>
          <p:cNvSpPr/>
          <p:nvPr/>
        </p:nvSpPr>
        <p:spPr bwMode="auto">
          <a:xfrm>
            <a:off x="10405872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424841" name="Oval 197"/>
          <p:cNvSpPr/>
          <p:nvPr/>
        </p:nvSpPr>
        <p:spPr bwMode="auto">
          <a:xfrm>
            <a:off x="10405872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5121232" name="Oval 198"/>
          <p:cNvSpPr/>
          <p:nvPr/>
        </p:nvSpPr>
        <p:spPr bwMode="auto">
          <a:xfrm>
            <a:off x="10405872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4176703" name="Oval 199"/>
          <p:cNvSpPr/>
          <p:nvPr/>
        </p:nvSpPr>
        <p:spPr bwMode="auto">
          <a:xfrm>
            <a:off x="10405872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4021234" name="Oval 200"/>
          <p:cNvSpPr/>
          <p:nvPr/>
        </p:nvSpPr>
        <p:spPr bwMode="auto">
          <a:xfrm>
            <a:off x="10405872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0224592" name="Oval 201"/>
          <p:cNvSpPr/>
          <p:nvPr/>
        </p:nvSpPr>
        <p:spPr bwMode="auto">
          <a:xfrm>
            <a:off x="10405872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3208791" name="Oval 20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2925355" name="Oval 203"/>
          <p:cNvSpPr/>
          <p:nvPr/>
        </p:nvSpPr>
        <p:spPr bwMode="auto">
          <a:xfrm>
            <a:off x="10698480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127409" name="Oval 204"/>
          <p:cNvSpPr/>
          <p:nvPr/>
        </p:nvSpPr>
        <p:spPr bwMode="auto">
          <a:xfrm>
            <a:off x="10698480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8052482" name="Oval 205"/>
          <p:cNvSpPr/>
          <p:nvPr/>
        </p:nvSpPr>
        <p:spPr bwMode="auto">
          <a:xfrm>
            <a:off x="10698480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2873281" name="Oval 206"/>
          <p:cNvSpPr/>
          <p:nvPr/>
        </p:nvSpPr>
        <p:spPr bwMode="auto">
          <a:xfrm>
            <a:off x="10698480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3173289" name="Oval 207"/>
          <p:cNvSpPr/>
          <p:nvPr/>
        </p:nvSpPr>
        <p:spPr bwMode="auto">
          <a:xfrm>
            <a:off x="10698480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8517810" name="Oval 208"/>
          <p:cNvSpPr/>
          <p:nvPr/>
        </p:nvSpPr>
        <p:spPr bwMode="auto">
          <a:xfrm>
            <a:off x="10698480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288003" name="Oval 209"/>
          <p:cNvSpPr/>
          <p:nvPr/>
        </p:nvSpPr>
        <p:spPr bwMode="auto">
          <a:xfrm>
            <a:off x="10698480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5300220" name="Oval 210"/>
          <p:cNvSpPr/>
          <p:nvPr/>
        </p:nvSpPr>
        <p:spPr bwMode="auto">
          <a:xfrm>
            <a:off x="10698480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0776956" name="Oval 211"/>
          <p:cNvSpPr/>
          <p:nvPr/>
        </p:nvSpPr>
        <p:spPr bwMode="auto">
          <a:xfrm>
            <a:off x="10698480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8333454" name="Oval 212"/>
          <p:cNvSpPr/>
          <p:nvPr/>
        </p:nvSpPr>
        <p:spPr bwMode="auto">
          <a:xfrm>
            <a:off x="10698480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7968682" name="Oval 213"/>
          <p:cNvSpPr/>
          <p:nvPr/>
        </p:nvSpPr>
        <p:spPr bwMode="auto">
          <a:xfrm>
            <a:off x="10698480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4065865" name="Oval 214"/>
          <p:cNvSpPr/>
          <p:nvPr/>
        </p:nvSpPr>
        <p:spPr bwMode="auto">
          <a:xfrm>
            <a:off x="10698480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7738356" name="Oval 215"/>
          <p:cNvSpPr/>
          <p:nvPr/>
        </p:nvSpPr>
        <p:spPr bwMode="auto">
          <a:xfrm>
            <a:off x="10698480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1087175" name="Oval 216"/>
          <p:cNvSpPr/>
          <p:nvPr/>
        </p:nvSpPr>
        <p:spPr bwMode="auto">
          <a:xfrm>
            <a:off x="10698480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0440348" name="Oval 217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5531684" name="Oval 218"/>
          <p:cNvSpPr/>
          <p:nvPr/>
        </p:nvSpPr>
        <p:spPr bwMode="auto">
          <a:xfrm>
            <a:off x="10698480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9368345" name="Oval 219"/>
          <p:cNvSpPr/>
          <p:nvPr/>
        </p:nvSpPr>
        <p:spPr bwMode="auto">
          <a:xfrm>
            <a:off x="10698480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1907324" name="Oval 220"/>
          <p:cNvSpPr/>
          <p:nvPr/>
        </p:nvSpPr>
        <p:spPr bwMode="auto">
          <a:xfrm>
            <a:off x="10698480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4409354" name="Oval 221"/>
          <p:cNvSpPr/>
          <p:nvPr/>
        </p:nvSpPr>
        <p:spPr bwMode="auto">
          <a:xfrm>
            <a:off x="10698480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4374105" name="Oval 222"/>
          <p:cNvSpPr/>
          <p:nvPr/>
        </p:nvSpPr>
        <p:spPr bwMode="auto">
          <a:xfrm>
            <a:off x="10991088" y="54864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3667845" name="Oval 223"/>
          <p:cNvSpPr/>
          <p:nvPr/>
        </p:nvSpPr>
        <p:spPr bwMode="auto">
          <a:xfrm>
            <a:off x="10991088" y="84124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4978880" name="Oval 224"/>
          <p:cNvSpPr/>
          <p:nvPr/>
        </p:nvSpPr>
        <p:spPr bwMode="auto">
          <a:xfrm>
            <a:off x="10991088" y="113385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966819" name="Oval 225"/>
          <p:cNvSpPr/>
          <p:nvPr/>
        </p:nvSpPr>
        <p:spPr bwMode="auto">
          <a:xfrm>
            <a:off x="10991088" y="142646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4434263" name="Oval 226"/>
          <p:cNvSpPr/>
          <p:nvPr/>
        </p:nvSpPr>
        <p:spPr bwMode="auto">
          <a:xfrm>
            <a:off x="10991088" y="171907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6948471" name="Oval 227"/>
          <p:cNvSpPr/>
          <p:nvPr/>
        </p:nvSpPr>
        <p:spPr bwMode="auto">
          <a:xfrm>
            <a:off x="10991088" y="201168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6289287" name="Oval 228"/>
          <p:cNvSpPr/>
          <p:nvPr/>
        </p:nvSpPr>
        <p:spPr bwMode="auto">
          <a:xfrm>
            <a:off x="10991088" y="230428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9334537" name="Oval 229"/>
          <p:cNvSpPr/>
          <p:nvPr/>
        </p:nvSpPr>
        <p:spPr bwMode="auto">
          <a:xfrm>
            <a:off x="10991088" y="259689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4236573" name="Oval 230"/>
          <p:cNvSpPr/>
          <p:nvPr/>
        </p:nvSpPr>
        <p:spPr bwMode="auto">
          <a:xfrm>
            <a:off x="10991088" y="288950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8761522" name="Oval 231"/>
          <p:cNvSpPr/>
          <p:nvPr/>
        </p:nvSpPr>
        <p:spPr bwMode="auto">
          <a:xfrm>
            <a:off x="10991088" y="318211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4942883" name="Oval 232"/>
          <p:cNvSpPr/>
          <p:nvPr/>
        </p:nvSpPr>
        <p:spPr bwMode="auto">
          <a:xfrm>
            <a:off x="10991088" y="347472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5081577" name="Oval 233"/>
          <p:cNvSpPr/>
          <p:nvPr/>
        </p:nvSpPr>
        <p:spPr bwMode="auto">
          <a:xfrm>
            <a:off x="10991088" y="376732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8614668" name="Oval 234"/>
          <p:cNvSpPr/>
          <p:nvPr/>
        </p:nvSpPr>
        <p:spPr bwMode="auto">
          <a:xfrm>
            <a:off x="10991088" y="405993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0421426" name="Oval 235"/>
          <p:cNvSpPr/>
          <p:nvPr/>
        </p:nvSpPr>
        <p:spPr bwMode="auto">
          <a:xfrm>
            <a:off x="10991088" y="435254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399568" name="Oval 236"/>
          <p:cNvSpPr/>
          <p:nvPr/>
        </p:nvSpPr>
        <p:spPr bwMode="auto">
          <a:xfrm>
            <a:off x="10991088" y="464515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7703498" name="Oval 237"/>
          <p:cNvSpPr/>
          <p:nvPr/>
        </p:nvSpPr>
        <p:spPr bwMode="auto">
          <a:xfrm>
            <a:off x="10991088" y="4937760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0494422" name="Oval 238"/>
          <p:cNvSpPr/>
          <p:nvPr/>
        </p:nvSpPr>
        <p:spPr bwMode="auto">
          <a:xfrm>
            <a:off x="10991088" y="5230368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1235556" name="Oval 239"/>
          <p:cNvSpPr/>
          <p:nvPr/>
        </p:nvSpPr>
        <p:spPr bwMode="auto">
          <a:xfrm>
            <a:off x="10991088" y="5522976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1670350" name="Oval 240"/>
          <p:cNvSpPr/>
          <p:nvPr/>
        </p:nvSpPr>
        <p:spPr bwMode="auto">
          <a:xfrm>
            <a:off x="10991088" y="5815584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1052322" name="Oval 241"/>
          <p:cNvSpPr/>
          <p:nvPr/>
        </p:nvSpPr>
        <p:spPr bwMode="auto">
          <a:xfrm>
            <a:off x="10991088" y="6108192"/>
            <a:ext cx="41148" cy="41148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0119001" name="TextBox 242"/>
          <p:cNvSpPr txBox="1"/>
          <p:nvPr/>
        </p:nvSpPr>
        <p:spPr bwMode="auto">
          <a:xfrm flipH="0" flipV="0">
            <a:off x="7900667" y="1798139"/>
            <a:ext cx="3437892" cy="2850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85000"/>
              </a:lnSpc>
              <a:defRPr/>
            </a:pPr>
            <a:r>
              <a:rPr sz="22000" b="1">
                <a:solidFill>
                  <a:srgbClr val="1C224A"/>
                </a:solidFill>
                <a:latin typeface="Montserrat"/>
              </a:rPr>
              <a:t>05</a:t>
            </a:r>
            <a:endParaRPr sz="100"/>
          </a:p>
        </p:txBody>
      </p:sp>
      <p:sp>
        <p:nvSpPr>
          <p:cNvPr id="1521572772" name="Rounded Rectangle 243"/>
          <p:cNvSpPr/>
          <p:nvPr/>
        </p:nvSpPr>
        <p:spPr bwMode="auto">
          <a:xfrm>
            <a:off x="822960" y="2286000"/>
            <a:ext cx="1371600" cy="310896"/>
          </a:xfrm>
          <a:prstGeom prst="roundRect">
            <a:avLst>
              <a:gd name="adj" fmla="val 16667"/>
            </a:avLst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2021433" name="TextBox 244"/>
          <p:cNvSpPr txBox="1"/>
          <p:nvPr/>
        </p:nvSpPr>
        <p:spPr bwMode="auto">
          <a:xfrm>
            <a:off x="822960" y="23225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000" b="1" spc="200">
                <a:solidFill>
                  <a:srgbClr val="06091F"/>
                </a:solidFill>
                <a:latin typeface="Montserrat"/>
              </a:rPr>
              <a:t>SECTION 05</a:t>
            </a:r>
            <a:endParaRPr/>
          </a:p>
        </p:txBody>
      </p:sp>
      <p:sp>
        <p:nvSpPr>
          <p:cNvPr id="723038500" name="TextBox 245"/>
          <p:cNvSpPr txBox="1"/>
          <p:nvPr/>
        </p:nvSpPr>
        <p:spPr bwMode="auto">
          <a:xfrm>
            <a:off x="822960" y="274320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6800" b="1">
                <a:solidFill>
                  <a:srgbClr val="F5F7FA"/>
                </a:solidFill>
                <a:latin typeface="Montserrat"/>
              </a:rPr>
              <a:t>Décisions.</a:t>
            </a:r>
            <a:endParaRPr/>
          </a:p>
        </p:txBody>
      </p:sp>
      <p:sp>
        <p:nvSpPr>
          <p:cNvPr id="1502405084" name="Rectangle 246"/>
          <p:cNvSpPr/>
          <p:nvPr/>
        </p:nvSpPr>
        <p:spPr bwMode="auto">
          <a:xfrm>
            <a:off x="868680" y="4572000"/>
            <a:ext cx="1188720" cy="54864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8990277" name="TextBox 247"/>
          <p:cNvSpPr txBox="1"/>
          <p:nvPr/>
        </p:nvSpPr>
        <p:spPr bwMode="auto">
          <a:xfrm>
            <a:off x="822960" y="48006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2000" b="0">
                <a:solidFill>
                  <a:srgbClr val="C4CBE0"/>
                </a:solidFill>
                <a:latin typeface="Inter"/>
              </a:rPr>
              <a:t>Ce qu'on retient pour les prochaines campagnes.</a:t>
            </a:r>
            <a:endParaRPr/>
          </a:p>
        </p:txBody>
      </p:sp>
      <p:sp>
        <p:nvSpPr>
          <p:cNvPr id="2077139782" name="Rectangle 248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6287877" name="TextBox 249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664278509" name="TextBox 250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18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l"/>
      </p:transition>
    </mc:Choice>
    <mc:Fallback>
      <p:transition spd="med" advClick="1">
        <p:wipe dir="l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32110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4206286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4677461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814280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3789846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0332061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4760796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9569270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2587622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3800920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781776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4556547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2794358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4305412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0922205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3301049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0884373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5409404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6008643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0302716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5494573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0249638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0498337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0628332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0027259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6753737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9415988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4174130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3672712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5107454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0828700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8889162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9852844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2411787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2387550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1528910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0178170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6148213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7409321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2475168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6967622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9813376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268533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7666812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390057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0777002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3524288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4697342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7465288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7994031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667260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4249129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7172942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2275825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3233473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4303004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6559990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0222209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7455714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5170112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831068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9621996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8587762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2475780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2251952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0358525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4000858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595815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5205372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6803717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3134597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9093691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2616323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1346346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075023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1242942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148852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9937972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3032584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3695043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1407757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0909652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3518548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8827652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6642039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6619936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4185323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5128837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2716071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8838451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0569431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0212471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6749522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374446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0981285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2968687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0992888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3078484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7762942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7166115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4651097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1329017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6707050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7393097" name="Rectangle 104"/>
          <p:cNvSpPr/>
          <p:nvPr/>
        </p:nvSpPr>
        <p:spPr bwMode="auto">
          <a:xfrm>
            <a:off x="777240" y="457200"/>
            <a:ext cx="9596845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6424413" name="TextBox 105"/>
          <p:cNvSpPr txBox="1"/>
          <p:nvPr/>
        </p:nvSpPr>
        <p:spPr bwMode="auto"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RECOMMANDATIONS</a:t>
            </a:r>
            <a:endParaRPr/>
          </a:p>
        </p:txBody>
      </p:sp>
      <p:sp>
        <p:nvSpPr>
          <p:cNvPr id="818965073" name="TextBox 106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3800" b="1">
                <a:solidFill>
                  <a:srgbClr val="F5F7FA"/>
                </a:solidFill>
                <a:latin typeface="Montserrat"/>
              </a:rPr>
              <a:t>Quatre leviers actionnables.</a:t>
            </a:r>
            <a:endParaRPr/>
          </a:p>
        </p:txBody>
      </p:sp>
      <p:sp>
        <p:nvSpPr>
          <p:cNvPr id="885317635" name="Rounded Rectangle 107"/>
          <p:cNvSpPr/>
          <p:nvPr/>
        </p:nvSpPr>
        <p:spPr bwMode="auto">
          <a:xfrm>
            <a:off x="777240" y="2560320"/>
            <a:ext cx="5440680" cy="17373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5120955" name="Rectangle 108"/>
          <p:cNvSpPr/>
          <p:nvPr/>
        </p:nvSpPr>
        <p:spPr bwMode="auto">
          <a:xfrm>
            <a:off x="777240" y="2560320"/>
            <a:ext cx="54864" cy="173736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8421748" name="TextBox 109"/>
          <p:cNvSpPr txBox="1"/>
          <p:nvPr/>
        </p:nvSpPr>
        <p:spPr bwMode="auto">
          <a:xfrm>
            <a:off x="1097280" y="27432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200" b="1">
                <a:solidFill>
                  <a:srgbClr val="00E5B0"/>
                </a:solidFill>
                <a:latin typeface="Montserrat"/>
              </a:rPr>
              <a:t>01</a:t>
            </a:r>
            <a:endParaRPr/>
          </a:p>
        </p:txBody>
      </p:sp>
      <p:sp>
        <p:nvSpPr>
          <p:cNvPr id="1216024246" name="TextBox 110"/>
          <p:cNvSpPr txBox="1"/>
          <p:nvPr/>
        </p:nvSpPr>
        <p:spPr bwMode="auto">
          <a:xfrm>
            <a:off x="2057400" y="281635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Cibler en priorité</a:t>
            </a:r>
            <a:endParaRPr/>
          </a:p>
        </p:txBody>
      </p:sp>
      <p:sp>
        <p:nvSpPr>
          <p:cNvPr id="730276987" name="TextBox 111"/>
          <p:cNvSpPr txBox="1"/>
          <p:nvPr/>
        </p:nvSpPr>
        <p:spPr bwMode="auto">
          <a:xfrm>
            <a:off x="2057400" y="3291840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étudiants, retraités, célibataires diplômés,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clients sans prêt immobilier, solde &gt; médiane.</a:t>
            </a:r>
            <a:endParaRPr/>
          </a:p>
        </p:txBody>
      </p:sp>
      <p:sp>
        <p:nvSpPr>
          <p:cNvPr id="38276660" name="Rounded Rectangle 112"/>
          <p:cNvSpPr/>
          <p:nvPr/>
        </p:nvSpPr>
        <p:spPr bwMode="auto">
          <a:xfrm>
            <a:off x="6446520" y="2560320"/>
            <a:ext cx="5440680" cy="17373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4908547" name="Rectangle 113"/>
          <p:cNvSpPr/>
          <p:nvPr/>
        </p:nvSpPr>
        <p:spPr bwMode="auto">
          <a:xfrm>
            <a:off x="6446520" y="2560320"/>
            <a:ext cx="54864" cy="173736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6726936" name="TextBox 114"/>
          <p:cNvSpPr txBox="1"/>
          <p:nvPr/>
        </p:nvSpPr>
        <p:spPr bwMode="auto">
          <a:xfrm>
            <a:off x="6766560" y="27432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200" b="1">
                <a:solidFill>
                  <a:srgbClr val="FFC64D"/>
                </a:solidFill>
                <a:latin typeface="Montserrat"/>
              </a:rPr>
              <a:t>02</a:t>
            </a:r>
            <a:endParaRPr/>
          </a:p>
        </p:txBody>
      </p:sp>
      <p:sp>
        <p:nvSpPr>
          <p:cNvPr id="1313229501" name="TextBox 115"/>
          <p:cNvSpPr txBox="1"/>
          <p:nvPr/>
        </p:nvSpPr>
        <p:spPr bwMode="auto">
          <a:xfrm>
            <a:off x="7726680" y="281635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Qualifier vite</a:t>
            </a:r>
            <a:endParaRPr/>
          </a:p>
        </p:txBody>
      </p:sp>
      <p:sp>
        <p:nvSpPr>
          <p:cNvPr id="606028700" name="TextBox 116"/>
          <p:cNvSpPr txBox="1"/>
          <p:nvPr/>
        </p:nvSpPr>
        <p:spPr bwMode="auto">
          <a:xfrm>
            <a:off x="7726680" y="3291840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un appel &lt; 100 s a 4× moins de chance d'aboutir :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optimiser le script d'amorce.</a:t>
            </a:r>
            <a:endParaRPr/>
          </a:p>
        </p:txBody>
      </p:sp>
      <p:sp>
        <p:nvSpPr>
          <p:cNvPr id="220136337" name="Rounded Rectangle 117"/>
          <p:cNvSpPr/>
          <p:nvPr/>
        </p:nvSpPr>
        <p:spPr bwMode="auto">
          <a:xfrm>
            <a:off x="777240" y="4480560"/>
            <a:ext cx="5440680" cy="17373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0799759" name="Rectangle 118"/>
          <p:cNvSpPr/>
          <p:nvPr/>
        </p:nvSpPr>
        <p:spPr bwMode="auto">
          <a:xfrm>
            <a:off x="777240" y="4480560"/>
            <a:ext cx="54864" cy="173736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4127458" name="TextBox 119"/>
          <p:cNvSpPr txBox="1"/>
          <p:nvPr/>
        </p:nvSpPr>
        <p:spPr bwMode="auto">
          <a:xfrm>
            <a:off x="1097280" y="466344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200" b="1">
                <a:solidFill>
                  <a:srgbClr val="FF5C7A"/>
                </a:solidFill>
                <a:latin typeface="Montserrat"/>
              </a:rPr>
              <a:t>03</a:t>
            </a:r>
            <a:endParaRPr/>
          </a:p>
        </p:txBody>
      </p:sp>
      <p:sp>
        <p:nvSpPr>
          <p:cNvPr id="869883303" name="TextBox 120"/>
          <p:cNvSpPr txBox="1"/>
          <p:nvPr/>
        </p:nvSpPr>
        <p:spPr bwMode="auto">
          <a:xfrm>
            <a:off x="2057400" y="473659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Désinvestir</a:t>
            </a:r>
            <a:endParaRPr/>
          </a:p>
        </p:txBody>
      </p:sp>
      <p:sp>
        <p:nvSpPr>
          <p:cNvPr id="523269540" name="TextBox 121"/>
          <p:cNvSpPr txBox="1"/>
          <p:nvPr/>
        </p:nvSpPr>
        <p:spPr bwMode="auto">
          <a:xfrm>
            <a:off x="2057400" y="5212080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ouvriers / entrepreneurs sans signal positif :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ROI marginal sur ces segments.</a:t>
            </a:r>
            <a:endParaRPr/>
          </a:p>
        </p:txBody>
      </p:sp>
      <p:sp>
        <p:nvSpPr>
          <p:cNvPr id="739185745" name="Rounded Rectangle 122"/>
          <p:cNvSpPr/>
          <p:nvPr/>
        </p:nvSpPr>
        <p:spPr bwMode="auto">
          <a:xfrm>
            <a:off x="6446520" y="4480560"/>
            <a:ext cx="5440680" cy="1737360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3359309" name="Rectangle 123"/>
          <p:cNvSpPr/>
          <p:nvPr/>
        </p:nvSpPr>
        <p:spPr bwMode="auto">
          <a:xfrm>
            <a:off x="6446520" y="4480560"/>
            <a:ext cx="54864" cy="1737360"/>
          </a:xfrm>
          <a:prstGeom prst="rect">
            <a:avLst/>
          </a:prstGeom>
          <a:solidFill>
            <a:srgbClr val="6E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7137362" name="TextBox 124"/>
          <p:cNvSpPr txBox="1"/>
          <p:nvPr/>
        </p:nvSpPr>
        <p:spPr bwMode="auto">
          <a:xfrm>
            <a:off x="6766560" y="466344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3200" b="1">
                <a:solidFill>
                  <a:srgbClr val="6E95FF"/>
                </a:solidFill>
                <a:latin typeface="Montserrat"/>
              </a:rPr>
              <a:t>04</a:t>
            </a:r>
            <a:endParaRPr/>
          </a:p>
        </p:txBody>
      </p:sp>
      <p:sp>
        <p:nvSpPr>
          <p:cNvPr id="168228729" name="TextBox 125"/>
          <p:cNvSpPr txBox="1"/>
          <p:nvPr/>
        </p:nvSpPr>
        <p:spPr bwMode="auto">
          <a:xfrm>
            <a:off x="7726680" y="473659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Capitaliser sur l'historique</a:t>
            </a:r>
            <a:endParaRPr/>
          </a:p>
        </p:txBody>
      </p:sp>
      <p:sp>
        <p:nvSpPr>
          <p:cNvPr id="886443674" name="TextBox 126"/>
          <p:cNvSpPr txBox="1"/>
          <p:nvPr/>
        </p:nvSpPr>
        <p:spPr bwMode="auto">
          <a:xfrm>
            <a:off x="7726680" y="5212080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pdays et previous portent un signal fort :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C4CBE0"/>
                </a:solidFill>
                <a:latin typeface="Inter"/>
              </a:rPr>
              <a:t>réactiver les anciens contacts.</a:t>
            </a:r>
            <a:endParaRPr/>
          </a:p>
        </p:txBody>
      </p:sp>
      <p:sp>
        <p:nvSpPr>
          <p:cNvPr id="1731252090" name="Rectangle 127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8403093" name="TextBox 128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2107666328" name="TextBox 129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19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853176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04" dur="500" fill="hold"/>
                                              <p:tgtEl>
                                                <p:spTgt spid="885317635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27666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14" dur="500" fill="hold"/>
                                              <p:tgtEl>
                                                <p:spTgt spid="38276660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0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01363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24" dur="500" fill="hold"/>
                                              <p:tgtEl>
                                                <p:spTgt spid="220136337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0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91857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34" dur="500" fill="hold"/>
                                              <p:tgtEl>
                                                <p:spTgt spid="739185745"/>
                                              </p:tgtEl>
                                              <p:attrNameLst>
                                                <p:attrName>style.opacity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fltVal val="1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44565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926073" name="Oval 2"/>
          <p:cNvSpPr/>
          <p:nvPr/>
        </p:nvSpPr>
        <p:spPr bwMode="auto">
          <a:xfrm>
            <a:off x="1069848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5059787" name="Oval 3"/>
          <p:cNvSpPr/>
          <p:nvPr/>
        </p:nvSpPr>
        <p:spPr bwMode="auto">
          <a:xfrm>
            <a:off x="1069848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180773" name="Oval 4"/>
          <p:cNvSpPr/>
          <p:nvPr/>
        </p:nvSpPr>
        <p:spPr bwMode="auto">
          <a:xfrm>
            <a:off x="1069848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0016092" name="Oval 5"/>
          <p:cNvSpPr/>
          <p:nvPr/>
        </p:nvSpPr>
        <p:spPr bwMode="auto">
          <a:xfrm>
            <a:off x="1069848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6066489" name="Oval 6"/>
          <p:cNvSpPr/>
          <p:nvPr/>
        </p:nvSpPr>
        <p:spPr bwMode="auto">
          <a:xfrm>
            <a:off x="1069848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1959207" name="Oval 7"/>
          <p:cNvSpPr/>
          <p:nvPr/>
        </p:nvSpPr>
        <p:spPr bwMode="auto">
          <a:xfrm>
            <a:off x="1069848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2028994" name="Oval 8"/>
          <p:cNvSpPr/>
          <p:nvPr/>
        </p:nvSpPr>
        <p:spPr bwMode="auto">
          <a:xfrm>
            <a:off x="1069848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0611293" name="Oval 9"/>
          <p:cNvSpPr/>
          <p:nvPr/>
        </p:nvSpPr>
        <p:spPr bwMode="auto">
          <a:xfrm>
            <a:off x="1069848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0602688" name="Oval 10"/>
          <p:cNvSpPr/>
          <p:nvPr/>
        </p:nvSpPr>
        <p:spPr bwMode="auto">
          <a:xfrm>
            <a:off x="1069848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260905" name="Oval 11"/>
          <p:cNvSpPr/>
          <p:nvPr/>
        </p:nvSpPr>
        <p:spPr bwMode="auto">
          <a:xfrm>
            <a:off x="1069848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9350062" name="Oval 12"/>
          <p:cNvSpPr/>
          <p:nvPr/>
        </p:nvSpPr>
        <p:spPr bwMode="auto">
          <a:xfrm>
            <a:off x="1069848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3108722" name="Oval 13"/>
          <p:cNvSpPr/>
          <p:nvPr/>
        </p:nvSpPr>
        <p:spPr bwMode="auto">
          <a:xfrm>
            <a:off x="1069848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5951541" name="Oval 14"/>
          <p:cNvSpPr/>
          <p:nvPr/>
        </p:nvSpPr>
        <p:spPr bwMode="auto">
          <a:xfrm>
            <a:off x="1069848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353836" name="Oval 15"/>
          <p:cNvSpPr/>
          <p:nvPr/>
        </p:nvSpPr>
        <p:spPr bwMode="auto">
          <a:xfrm>
            <a:off x="1069848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8567556" name="Oval 16"/>
          <p:cNvSpPr/>
          <p:nvPr/>
        </p:nvSpPr>
        <p:spPr bwMode="auto">
          <a:xfrm>
            <a:off x="1069848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1157671" name="Oval 17"/>
          <p:cNvSpPr/>
          <p:nvPr/>
        </p:nvSpPr>
        <p:spPr bwMode="auto">
          <a:xfrm>
            <a:off x="1069848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3245918" name="Oval 18"/>
          <p:cNvSpPr/>
          <p:nvPr/>
        </p:nvSpPr>
        <p:spPr bwMode="auto">
          <a:xfrm>
            <a:off x="1069848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7841578" name="Oval 19"/>
          <p:cNvSpPr/>
          <p:nvPr/>
        </p:nvSpPr>
        <p:spPr bwMode="auto">
          <a:xfrm>
            <a:off x="1069848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0618431" name="Oval 20"/>
          <p:cNvSpPr/>
          <p:nvPr/>
        </p:nvSpPr>
        <p:spPr bwMode="auto">
          <a:xfrm>
            <a:off x="1069848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2216932" name="Oval 21"/>
          <p:cNvSpPr/>
          <p:nvPr/>
        </p:nvSpPr>
        <p:spPr bwMode="auto">
          <a:xfrm>
            <a:off x="1069848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1751558" name="Oval 22"/>
          <p:cNvSpPr/>
          <p:nvPr/>
        </p:nvSpPr>
        <p:spPr bwMode="auto">
          <a:xfrm>
            <a:off x="1097280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5251719" name="Oval 23"/>
          <p:cNvSpPr/>
          <p:nvPr/>
        </p:nvSpPr>
        <p:spPr bwMode="auto">
          <a:xfrm>
            <a:off x="1097280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1694023" name="Oval 24"/>
          <p:cNvSpPr/>
          <p:nvPr/>
        </p:nvSpPr>
        <p:spPr bwMode="auto">
          <a:xfrm>
            <a:off x="1097280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9940836" name="Oval 25"/>
          <p:cNvSpPr/>
          <p:nvPr/>
        </p:nvSpPr>
        <p:spPr bwMode="auto">
          <a:xfrm>
            <a:off x="1097280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5575121" name="Oval 26"/>
          <p:cNvSpPr/>
          <p:nvPr/>
        </p:nvSpPr>
        <p:spPr bwMode="auto">
          <a:xfrm>
            <a:off x="1097280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8969007" name="Oval 27"/>
          <p:cNvSpPr/>
          <p:nvPr/>
        </p:nvSpPr>
        <p:spPr bwMode="auto">
          <a:xfrm>
            <a:off x="1097280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4347025" name="Oval 28"/>
          <p:cNvSpPr/>
          <p:nvPr/>
        </p:nvSpPr>
        <p:spPr bwMode="auto">
          <a:xfrm>
            <a:off x="1097280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8131008" name="Oval 29"/>
          <p:cNvSpPr/>
          <p:nvPr/>
        </p:nvSpPr>
        <p:spPr bwMode="auto">
          <a:xfrm>
            <a:off x="1097280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0455469" name="Oval 30"/>
          <p:cNvSpPr/>
          <p:nvPr/>
        </p:nvSpPr>
        <p:spPr bwMode="auto">
          <a:xfrm>
            <a:off x="1097280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3118211" name="Oval 31"/>
          <p:cNvSpPr/>
          <p:nvPr/>
        </p:nvSpPr>
        <p:spPr bwMode="auto">
          <a:xfrm>
            <a:off x="1097280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5512912" name="Oval 32"/>
          <p:cNvSpPr/>
          <p:nvPr/>
        </p:nvSpPr>
        <p:spPr bwMode="auto">
          <a:xfrm>
            <a:off x="1097280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8923272" name="Oval 33"/>
          <p:cNvSpPr/>
          <p:nvPr/>
        </p:nvSpPr>
        <p:spPr bwMode="auto">
          <a:xfrm>
            <a:off x="1097280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581593" name="Oval 34"/>
          <p:cNvSpPr/>
          <p:nvPr/>
        </p:nvSpPr>
        <p:spPr bwMode="auto">
          <a:xfrm>
            <a:off x="1097280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7321007" name="Oval 35"/>
          <p:cNvSpPr/>
          <p:nvPr/>
        </p:nvSpPr>
        <p:spPr bwMode="auto">
          <a:xfrm>
            <a:off x="1097280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2263870" name="Oval 36"/>
          <p:cNvSpPr/>
          <p:nvPr/>
        </p:nvSpPr>
        <p:spPr bwMode="auto">
          <a:xfrm>
            <a:off x="1097280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284169" name="Oval 37"/>
          <p:cNvSpPr/>
          <p:nvPr/>
        </p:nvSpPr>
        <p:spPr bwMode="auto">
          <a:xfrm>
            <a:off x="1097280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2667286" name="Oval 38"/>
          <p:cNvSpPr/>
          <p:nvPr/>
        </p:nvSpPr>
        <p:spPr bwMode="auto">
          <a:xfrm>
            <a:off x="1097280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1380896" name="Oval 39"/>
          <p:cNvSpPr/>
          <p:nvPr/>
        </p:nvSpPr>
        <p:spPr bwMode="auto">
          <a:xfrm>
            <a:off x="1097280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1654463" name="Oval 40"/>
          <p:cNvSpPr/>
          <p:nvPr/>
        </p:nvSpPr>
        <p:spPr bwMode="auto">
          <a:xfrm>
            <a:off x="1097280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4529784" name="Oval 41"/>
          <p:cNvSpPr/>
          <p:nvPr/>
        </p:nvSpPr>
        <p:spPr bwMode="auto">
          <a:xfrm>
            <a:off x="1097280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0630968" name="Oval 42"/>
          <p:cNvSpPr/>
          <p:nvPr/>
        </p:nvSpPr>
        <p:spPr bwMode="auto">
          <a:xfrm>
            <a:off x="1124712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730218" name="Oval 43"/>
          <p:cNvSpPr/>
          <p:nvPr/>
        </p:nvSpPr>
        <p:spPr bwMode="auto">
          <a:xfrm>
            <a:off x="1124712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2921544" name="Oval 44"/>
          <p:cNvSpPr/>
          <p:nvPr/>
        </p:nvSpPr>
        <p:spPr bwMode="auto">
          <a:xfrm>
            <a:off x="1124712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9867166" name="Oval 45"/>
          <p:cNvSpPr/>
          <p:nvPr/>
        </p:nvSpPr>
        <p:spPr bwMode="auto">
          <a:xfrm>
            <a:off x="1124712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8221130" name="Oval 46"/>
          <p:cNvSpPr/>
          <p:nvPr/>
        </p:nvSpPr>
        <p:spPr bwMode="auto">
          <a:xfrm>
            <a:off x="1124712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5892833" name="Oval 47"/>
          <p:cNvSpPr/>
          <p:nvPr/>
        </p:nvSpPr>
        <p:spPr bwMode="auto">
          <a:xfrm>
            <a:off x="1124712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4719036" name="Oval 48"/>
          <p:cNvSpPr/>
          <p:nvPr/>
        </p:nvSpPr>
        <p:spPr bwMode="auto">
          <a:xfrm>
            <a:off x="1124712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3642348" name="Oval 49"/>
          <p:cNvSpPr/>
          <p:nvPr/>
        </p:nvSpPr>
        <p:spPr bwMode="auto">
          <a:xfrm>
            <a:off x="1124712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1787968" name="Oval 50"/>
          <p:cNvSpPr/>
          <p:nvPr/>
        </p:nvSpPr>
        <p:spPr bwMode="auto">
          <a:xfrm>
            <a:off x="1124712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3530947" name="Oval 51"/>
          <p:cNvSpPr/>
          <p:nvPr/>
        </p:nvSpPr>
        <p:spPr bwMode="auto">
          <a:xfrm>
            <a:off x="1124712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058490" name="Oval 52"/>
          <p:cNvSpPr/>
          <p:nvPr/>
        </p:nvSpPr>
        <p:spPr bwMode="auto">
          <a:xfrm>
            <a:off x="1124712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6322034" name="Oval 53"/>
          <p:cNvSpPr/>
          <p:nvPr/>
        </p:nvSpPr>
        <p:spPr bwMode="auto">
          <a:xfrm>
            <a:off x="1124712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7369447" name="Oval 54"/>
          <p:cNvSpPr/>
          <p:nvPr/>
        </p:nvSpPr>
        <p:spPr bwMode="auto">
          <a:xfrm>
            <a:off x="1124712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4037298" name="Oval 55"/>
          <p:cNvSpPr/>
          <p:nvPr/>
        </p:nvSpPr>
        <p:spPr bwMode="auto">
          <a:xfrm>
            <a:off x="1124712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68622" name="Oval 56"/>
          <p:cNvSpPr/>
          <p:nvPr/>
        </p:nvSpPr>
        <p:spPr bwMode="auto">
          <a:xfrm>
            <a:off x="1124712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6646872" name="Oval 57"/>
          <p:cNvSpPr/>
          <p:nvPr/>
        </p:nvSpPr>
        <p:spPr bwMode="auto">
          <a:xfrm>
            <a:off x="1124712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6084568" name="Oval 58"/>
          <p:cNvSpPr/>
          <p:nvPr/>
        </p:nvSpPr>
        <p:spPr bwMode="auto">
          <a:xfrm>
            <a:off x="1124712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2399003" name="Oval 59"/>
          <p:cNvSpPr/>
          <p:nvPr/>
        </p:nvSpPr>
        <p:spPr bwMode="auto">
          <a:xfrm>
            <a:off x="1124712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7840253" name="Oval 60"/>
          <p:cNvSpPr/>
          <p:nvPr/>
        </p:nvSpPr>
        <p:spPr bwMode="auto">
          <a:xfrm>
            <a:off x="1124712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1380068" name="Oval 61"/>
          <p:cNvSpPr/>
          <p:nvPr/>
        </p:nvSpPr>
        <p:spPr bwMode="auto">
          <a:xfrm>
            <a:off x="1124712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4275942" name="Oval 62"/>
          <p:cNvSpPr/>
          <p:nvPr/>
        </p:nvSpPr>
        <p:spPr bwMode="auto">
          <a:xfrm>
            <a:off x="1152144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3029172" name="Oval 63"/>
          <p:cNvSpPr/>
          <p:nvPr/>
        </p:nvSpPr>
        <p:spPr bwMode="auto">
          <a:xfrm>
            <a:off x="1152144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9435312" name="Oval 64"/>
          <p:cNvSpPr/>
          <p:nvPr/>
        </p:nvSpPr>
        <p:spPr bwMode="auto">
          <a:xfrm>
            <a:off x="1152144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3887874" name="Oval 65"/>
          <p:cNvSpPr/>
          <p:nvPr/>
        </p:nvSpPr>
        <p:spPr bwMode="auto">
          <a:xfrm>
            <a:off x="1152144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8640196" name="Oval 66"/>
          <p:cNvSpPr/>
          <p:nvPr/>
        </p:nvSpPr>
        <p:spPr bwMode="auto">
          <a:xfrm>
            <a:off x="1152144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0315817" name="Oval 67"/>
          <p:cNvSpPr/>
          <p:nvPr/>
        </p:nvSpPr>
        <p:spPr bwMode="auto">
          <a:xfrm>
            <a:off x="1152144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733259" name="Oval 68"/>
          <p:cNvSpPr/>
          <p:nvPr/>
        </p:nvSpPr>
        <p:spPr bwMode="auto">
          <a:xfrm>
            <a:off x="1152144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2508942" name="Oval 69"/>
          <p:cNvSpPr/>
          <p:nvPr/>
        </p:nvSpPr>
        <p:spPr bwMode="auto">
          <a:xfrm>
            <a:off x="1152144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0639745" name="Oval 70"/>
          <p:cNvSpPr/>
          <p:nvPr/>
        </p:nvSpPr>
        <p:spPr bwMode="auto">
          <a:xfrm>
            <a:off x="1152144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031799" name="Oval 71"/>
          <p:cNvSpPr/>
          <p:nvPr/>
        </p:nvSpPr>
        <p:spPr bwMode="auto">
          <a:xfrm>
            <a:off x="1152144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9464175" name="Oval 72"/>
          <p:cNvSpPr/>
          <p:nvPr/>
        </p:nvSpPr>
        <p:spPr bwMode="auto">
          <a:xfrm>
            <a:off x="1152144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9909143" name="Oval 73"/>
          <p:cNvSpPr/>
          <p:nvPr/>
        </p:nvSpPr>
        <p:spPr bwMode="auto">
          <a:xfrm>
            <a:off x="1152144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4753364" name="Oval 74"/>
          <p:cNvSpPr/>
          <p:nvPr/>
        </p:nvSpPr>
        <p:spPr bwMode="auto">
          <a:xfrm>
            <a:off x="1152144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7657930" name="Oval 75"/>
          <p:cNvSpPr/>
          <p:nvPr/>
        </p:nvSpPr>
        <p:spPr bwMode="auto">
          <a:xfrm>
            <a:off x="1152144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4585454" name="Oval 76"/>
          <p:cNvSpPr/>
          <p:nvPr/>
        </p:nvSpPr>
        <p:spPr bwMode="auto">
          <a:xfrm>
            <a:off x="1152144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0748547" name="Oval 77"/>
          <p:cNvSpPr/>
          <p:nvPr/>
        </p:nvSpPr>
        <p:spPr bwMode="auto">
          <a:xfrm>
            <a:off x="1152144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5853100" name="Oval 78"/>
          <p:cNvSpPr/>
          <p:nvPr/>
        </p:nvSpPr>
        <p:spPr bwMode="auto">
          <a:xfrm>
            <a:off x="1152144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940328" name="Oval 79"/>
          <p:cNvSpPr/>
          <p:nvPr/>
        </p:nvSpPr>
        <p:spPr bwMode="auto">
          <a:xfrm>
            <a:off x="1152144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9537249" name="Oval 80"/>
          <p:cNvSpPr/>
          <p:nvPr/>
        </p:nvSpPr>
        <p:spPr bwMode="auto">
          <a:xfrm>
            <a:off x="1152144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929079" name="Oval 81"/>
          <p:cNvSpPr/>
          <p:nvPr/>
        </p:nvSpPr>
        <p:spPr bwMode="auto">
          <a:xfrm>
            <a:off x="1152144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2240429" name="Oval 82"/>
          <p:cNvSpPr/>
          <p:nvPr/>
        </p:nvSpPr>
        <p:spPr bwMode="auto">
          <a:xfrm>
            <a:off x="11795760" y="5486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7632561" name="Oval 83"/>
          <p:cNvSpPr/>
          <p:nvPr/>
        </p:nvSpPr>
        <p:spPr bwMode="auto">
          <a:xfrm>
            <a:off x="11795760" y="8229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5318495" name="Oval 84"/>
          <p:cNvSpPr/>
          <p:nvPr/>
        </p:nvSpPr>
        <p:spPr bwMode="auto">
          <a:xfrm>
            <a:off x="11795760" y="10972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6026351" name="Oval 85"/>
          <p:cNvSpPr/>
          <p:nvPr/>
        </p:nvSpPr>
        <p:spPr bwMode="auto">
          <a:xfrm>
            <a:off x="11795760" y="13716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4824369" name="Oval 86"/>
          <p:cNvSpPr/>
          <p:nvPr/>
        </p:nvSpPr>
        <p:spPr bwMode="auto">
          <a:xfrm>
            <a:off x="11795760" y="16459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8261044" name="Oval 87"/>
          <p:cNvSpPr/>
          <p:nvPr/>
        </p:nvSpPr>
        <p:spPr bwMode="auto">
          <a:xfrm>
            <a:off x="11795760" y="19202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022004" name="Oval 88"/>
          <p:cNvSpPr/>
          <p:nvPr/>
        </p:nvSpPr>
        <p:spPr bwMode="auto">
          <a:xfrm>
            <a:off x="11795760" y="21945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3844873" name="Oval 89"/>
          <p:cNvSpPr/>
          <p:nvPr/>
        </p:nvSpPr>
        <p:spPr bwMode="auto">
          <a:xfrm>
            <a:off x="11795760" y="24688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3967570" name="Oval 90"/>
          <p:cNvSpPr/>
          <p:nvPr/>
        </p:nvSpPr>
        <p:spPr bwMode="auto">
          <a:xfrm>
            <a:off x="11795760" y="27432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2171002" name="Oval 91"/>
          <p:cNvSpPr/>
          <p:nvPr/>
        </p:nvSpPr>
        <p:spPr bwMode="auto">
          <a:xfrm>
            <a:off x="11795760" y="3017519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2959504" name="Oval 92"/>
          <p:cNvSpPr/>
          <p:nvPr/>
        </p:nvSpPr>
        <p:spPr bwMode="auto">
          <a:xfrm>
            <a:off x="11795760" y="32918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6531710" name="Oval 93"/>
          <p:cNvSpPr/>
          <p:nvPr/>
        </p:nvSpPr>
        <p:spPr bwMode="auto">
          <a:xfrm>
            <a:off x="11795760" y="35661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7912495" name="Oval 94"/>
          <p:cNvSpPr/>
          <p:nvPr/>
        </p:nvSpPr>
        <p:spPr bwMode="auto">
          <a:xfrm>
            <a:off x="11795760" y="38404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0637198" name="Oval 95"/>
          <p:cNvSpPr/>
          <p:nvPr/>
        </p:nvSpPr>
        <p:spPr bwMode="auto">
          <a:xfrm>
            <a:off x="11795760" y="41148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8429307" name="Oval 96"/>
          <p:cNvSpPr/>
          <p:nvPr/>
        </p:nvSpPr>
        <p:spPr bwMode="auto">
          <a:xfrm>
            <a:off x="11795760" y="43891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6119019" name="Oval 97"/>
          <p:cNvSpPr/>
          <p:nvPr/>
        </p:nvSpPr>
        <p:spPr bwMode="auto">
          <a:xfrm>
            <a:off x="11795760" y="466344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3728668" name="Oval 98"/>
          <p:cNvSpPr/>
          <p:nvPr/>
        </p:nvSpPr>
        <p:spPr bwMode="auto">
          <a:xfrm>
            <a:off x="11795760" y="493776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6651122" name="Oval 99"/>
          <p:cNvSpPr/>
          <p:nvPr/>
        </p:nvSpPr>
        <p:spPr bwMode="auto">
          <a:xfrm>
            <a:off x="11795760" y="521208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1956793" name="Oval 100"/>
          <p:cNvSpPr/>
          <p:nvPr/>
        </p:nvSpPr>
        <p:spPr bwMode="auto">
          <a:xfrm>
            <a:off x="11795760" y="548640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1584502" name="Oval 101"/>
          <p:cNvSpPr/>
          <p:nvPr/>
        </p:nvSpPr>
        <p:spPr bwMode="auto">
          <a:xfrm>
            <a:off x="11795760" y="5760720"/>
            <a:ext cx="41148" cy="41148"/>
          </a:xfrm>
          <a:prstGeom prst="ellipse">
            <a:avLst/>
          </a:prstGeom>
          <a:solidFill>
            <a:srgbClr val="333D6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0150813" name="Rectangle 102"/>
          <p:cNvSpPr/>
          <p:nvPr/>
        </p:nvSpPr>
        <p:spPr bwMode="auto">
          <a:xfrm>
            <a:off x="502920" y="822960"/>
            <a:ext cx="36576" cy="5212080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8879157" name="Rectangle 103"/>
          <p:cNvSpPr/>
          <p:nvPr/>
        </p:nvSpPr>
        <p:spPr bwMode="auto">
          <a:xfrm>
            <a:off x="777240" y="457200"/>
            <a:ext cx="10607040" cy="36576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0653400" name="Rectangle 104"/>
          <p:cNvSpPr/>
          <p:nvPr/>
        </p:nvSpPr>
        <p:spPr bwMode="auto">
          <a:xfrm>
            <a:off x="777240" y="457200"/>
            <a:ext cx="10101942" cy="36576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1379299" name="TextBox 105"/>
          <p:cNvSpPr txBox="1"/>
          <p:nvPr/>
        </p:nvSpPr>
        <p:spPr bwMode="auto"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 spc="300">
                <a:solidFill>
                  <a:srgbClr val="FFC64D"/>
                </a:solidFill>
                <a:latin typeface="Montserrat"/>
              </a:rPr>
              <a:t>LIMITES</a:t>
            </a:r>
            <a:endParaRPr/>
          </a:p>
        </p:txBody>
      </p:sp>
      <p:sp>
        <p:nvSpPr>
          <p:cNvPr id="576320980" name="TextBox 106"/>
          <p:cNvSpPr txBox="1"/>
          <p:nvPr/>
        </p:nvSpPr>
        <p:spPr bwMode="auto">
          <a:xfrm>
            <a:off x="777240" y="118872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3800" b="1">
                <a:solidFill>
                  <a:srgbClr val="F5F7FA"/>
                </a:solidFill>
                <a:latin typeface="Montserrat"/>
              </a:rPr>
              <a:t>L'honnêteté de l'analyste.</a:t>
            </a:r>
            <a:endParaRPr/>
          </a:p>
        </p:txBody>
      </p:sp>
      <p:sp>
        <p:nvSpPr>
          <p:cNvPr id="186602861" name="Oval 107"/>
          <p:cNvSpPr/>
          <p:nvPr/>
        </p:nvSpPr>
        <p:spPr bwMode="auto">
          <a:xfrm>
            <a:off x="822960" y="2651760"/>
            <a:ext cx="502920" cy="502920"/>
          </a:xfrm>
          <a:prstGeom prst="ellipse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600230" name="TextBox 108"/>
          <p:cNvSpPr txBox="1"/>
          <p:nvPr/>
        </p:nvSpPr>
        <p:spPr bwMode="auto">
          <a:xfrm>
            <a:off x="822960" y="2715768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800" b="1">
                <a:solidFill>
                  <a:srgbClr val="06091F"/>
                </a:solidFill>
                <a:latin typeface="Montserrat"/>
              </a:rPr>
              <a:t>1</a:t>
            </a:r>
            <a:endParaRPr/>
          </a:p>
        </p:txBody>
      </p:sp>
      <p:sp>
        <p:nvSpPr>
          <p:cNvPr id="917232875" name="TextBox 109"/>
          <p:cNvSpPr txBox="1"/>
          <p:nvPr/>
        </p:nvSpPr>
        <p:spPr bwMode="auto">
          <a:xfrm>
            <a:off x="1554480" y="2606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Déséquilibre 88 / 12</a:t>
            </a:r>
            <a:endParaRPr/>
          </a:p>
        </p:txBody>
      </p:sp>
      <p:sp>
        <p:nvSpPr>
          <p:cNvPr id="196406365" name="TextBox 110"/>
          <p:cNvSpPr txBox="1"/>
          <p:nvPr/>
        </p:nvSpPr>
        <p:spPr bwMode="auto">
          <a:xfrm>
            <a:off x="1554480" y="29718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8B92B3"/>
                </a:solidFill>
                <a:latin typeface="Inter"/>
              </a:rPr>
              <a:t>Risque de biais pour toute modélisation prédictive.</a:t>
            </a:r>
            <a:endParaRPr/>
          </a:p>
        </p:txBody>
      </p:sp>
      <p:sp>
        <p:nvSpPr>
          <p:cNvPr id="1671306601" name="Oval 111"/>
          <p:cNvSpPr/>
          <p:nvPr/>
        </p:nvSpPr>
        <p:spPr bwMode="auto">
          <a:xfrm>
            <a:off x="822960" y="3520440"/>
            <a:ext cx="502920" cy="502920"/>
          </a:xfrm>
          <a:prstGeom prst="ellipse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4869185" name="TextBox 112"/>
          <p:cNvSpPr txBox="1"/>
          <p:nvPr/>
        </p:nvSpPr>
        <p:spPr bwMode="auto">
          <a:xfrm>
            <a:off x="822960" y="3584448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800" b="1">
                <a:solidFill>
                  <a:srgbClr val="06091F"/>
                </a:solidFill>
                <a:latin typeface="Montserrat"/>
              </a:rPr>
              <a:t>2</a:t>
            </a:r>
            <a:endParaRPr/>
          </a:p>
        </p:txBody>
      </p:sp>
      <p:sp>
        <p:nvSpPr>
          <p:cNvPr id="811971334" name="TextBox 113"/>
          <p:cNvSpPr txBox="1"/>
          <p:nvPr/>
        </p:nvSpPr>
        <p:spPr bwMode="auto">
          <a:xfrm>
            <a:off x="1554480" y="3474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duration ex-post</a:t>
            </a:r>
            <a:endParaRPr/>
          </a:p>
        </p:txBody>
      </p:sp>
      <p:sp>
        <p:nvSpPr>
          <p:cNvPr id="1828351349" name="TextBox 114"/>
          <p:cNvSpPr txBox="1"/>
          <p:nvPr/>
        </p:nvSpPr>
        <p:spPr bwMode="auto">
          <a:xfrm>
            <a:off x="1554480" y="3840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8B92B3"/>
                </a:solidFill>
                <a:latin typeface="Inter"/>
              </a:rPr>
              <a:t>Connue après l'appel : mesure, pas ciblage.</a:t>
            </a:r>
            <a:endParaRPr/>
          </a:p>
        </p:txBody>
      </p:sp>
      <p:sp>
        <p:nvSpPr>
          <p:cNvPr id="1330262905" name="Oval 115"/>
          <p:cNvSpPr/>
          <p:nvPr/>
        </p:nvSpPr>
        <p:spPr bwMode="auto">
          <a:xfrm>
            <a:off x="822960" y="4389120"/>
            <a:ext cx="502920" cy="502920"/>
          </a:xfrm>
          <a:prstGeom prst="ellipse">
            <a:avLst/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1675102" name="TextBox 116"/>
          <p:cNvSpPr txBox="1"/>
          <p:nvPr/>
        </p:nvSpPr>
        <p:spPr bwMode="auto">
          <a:xfrm>
            <a:off x="822960" y="4453128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800" b="1">
                <a:solidFill>
                  <a:srgbClr val="06091F"/>
                </a:solidFill>
                <a:latin typeface="Montserrat"/>
              </a:rPr>
              <a:t>3</a:t>
            </a:r>
            <a:endParaRPr/>
          </a:p>
        </p:txBody>
      </p:sp>
      <p:sp>
        <p:nvSpPr>
          <p:cNvPr id="663457126" name="TextBox 117"/>
          <p:cNvSpPr txBox="1"/>
          <p:nvPr/>
        </p:nvSpPr>
        <p:spPr bwMode="auto">
          <a:xfrm>
            <a:off x="1554480" y="4343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Données 2008-2013</a:t>
            </a:r>
            <a:endParaRPr/>
          </a:p>
        </p:txBody>
      </p:sp>
      <p:sp>
        <p:nvSpPr>
          <p:cNvPr id="1556312476" name="TextBox 118"/>
          <p:cNvSpPr txBox="1"/>
          <p:nvPr/>
        </p:nvSpPr>
        <p:spPr bwMode="auto">
          <a:xfrm>
            <a:off x="1554480" y="4709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8B92B3"/>
                </a:solidFill>
                <a:latin typeface="Inter"/>
              </a:rPr>
              <a:t>Période de crise au Portugal : généralisation prudente.</a:t>
            </a:r>
            <a:endParaRPr/>
          </a:p>
        </p:txBody>
      </p:sp>
      <p:sp>
        <p:nvSpPr>
          <p:cNvPr id="529179225" name="Oval 119"/>
          <p:cNvSpPr/>
          <p:nvPr/>
        </p:nvSpPr>
        <p:spPr bwMode="auto">
          <a:xfrm>
            <a:off x="822960" y="5257798"/>
            <a:ext cx="502920" cy="502920"/>
          </a:xfrm>
          <a:prstGeom prst="ellipse">
            <a:avLst/>
          </a:prstGeom>
          <a:solidFill>
            <a:srgbClr val="6E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7892797" name="TextBox 120"/>
          <p:cNvSpPr txBox="1"/>
          <p:nvPr/>
        </p:nvSpPr>
        <p:spPr bwMode="auto">
          <a:xfrm>
            <a:off x="822960" y="5321807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99"/>
              </a:lnSpc>
              <a:defRPr/>
            </a:pPr>
            <a:r>
              <a:rPr sz="1800" b="1">
                <a:solidFill>
                  <a:srgbClr val="06091F"/>
                </a:solidFill>
                <a:latin typeface="Montserrat"/>
              </a:rPr>
              <a:t>4</a:t>
            </a:r>
            <a:endParaRPr/>
          </a:p>
        </p:txBody>
      </p:sp>
      <p:sp>
        <p:nvSpPr>
          <p:cNvPr id="1796182055" name="TextBox 121"/>
          <p:cNvSpPr txBox="1"/>
          <p:nvPr/>
        </p:nvSpPr>
        <p:spPr bwMode="auto">
          <a:xfrm>
            <a:off x="1554480" y="5212079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'unknown' présent</a:t>
            </a:r>
            <a:endParaRPr/>
          </a:p>
        </p:txBody>
      </p:sp>
      <p:sp>
        <p:nvSpPr>
          <p:cNvPr id="735486914" name="TextBox 122"/>
          <p:cNvSpPr txBox="1"/>
          <p:nvPr/>
        </p:nvSpPr>
        <p:spPr bwMode="auto">
          <a:xfrm>
            <a:off x="1554480" y="55778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300" b="0">
                <a:solidFill>
                  <a:srgbClr val="8B92B3"/>
                </a:solidFill>
                <a:latin typeface="Inter"/>
              </a:rPr>
              <a:t>Conservé tel quel, faute d'imputation fiable.</a:t>
            </a:r>
            <a:endParaRPr/>
          </a:p>
        </p:txBody>
      </p:sp>
      <p:sp>
        <p:nvSpPr>
          <p:cNvPr id="267526680" name="Rectangle 123"/>
          <p:cNvSpPr/>
          <p:nvPr/>
        </p:nvSpPr>
        <p:spPr bwMode="auto">
          <a:xfrm>
            <a:off x="777240" y="6400800"/>
            <a:ext cx="10607040" cy="18288"/>
          </a:xfrm>
          <a:prstGeom prst="rect">
            <a:avLst/>
          </a:prstGeom>
          <a:solidFill>
            <a:srgbClr val="33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4524308" name="TextBox 124"/>
          <p:cNvSpPr txBox="1"/>
          <p:nvPr/>
        </p:nvSpPr>
        <p:spPr bwMode="auto">
          <a:xfrm>
            <a:off x="7772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800" b="0" spc="200">
                <a:solidFill>
                  <a:srgbClr val="8B92B3"/>
                </a:solidFill>
                <a:latin typeface="Montserrat"/>
              </a:rPr>
              <a:t>BANK MARKETING  ·  M1 ESGIS  ·  ANALYSE ET VISUALISATION</a:t>
            </a:r>
            <a:endParaRPr/>
          </a:p>
        </p:txBody>
      </p:sp>
      <p:sp>
        <p:nvSpPr>
          <p:cNvPr id="1034681496" name="TextBox 125"/>
          <p:cNvSpPr txBox="1"/>
          <p:nvPr/>
        </p:nvSpPr>
        <p:spPr bwMode="auto">
          <a:xfrm>
            <a:off x="1051560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900" b="1">
                <a:solidFill>
                  <a:srgbClr val="FFC64D"/>
                </a:solidFill>
                <a:latin typeface="Montserrat"/>
              </a:rPr>
              <a:t>20 / 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push dir="r"/>
      </p:transition>
    </mc:Choice>
    <mc:Fallback>
      <p:transition spd="med" advClick="1">
        <p:push dir="r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42200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3275328" name="TextBox 2"/>
          <p:cNvSpPr txBox="1"/>
          <p:nvPr/>
        </p:nvSpPr>
        <p:spPr bwMode="auto">
          <a:xfrm>
            <a:off x="822960" y="777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FFC64D"/>
                </a:solidFill>
                <a:latin typeface="Montserrat"/>
              </a:rPr>
              <a:t>OUTILS ·  M1 ESGIS</a:t>
            </a:r>
            <a:endParaRPr/>
          </a:p>
        </p:txBody>
      </p:sp>
      <p:sp>
        <p:nvSpPr>
          <p:cNvPr id="892991665" name="TextBox 3"/>
          <p:cNvSpPr txBox="1"/>
          <p:nvPr/>
        </p:nvSpPr>
        <p:spPr bwMode="auto">
          <a:xfrm>
            <a:off x="822960" y="11887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4400" b="1">
                <a:solidFill>
                  <a:srgbClr val="F5F7FA"/>
                </a:solidFill>
                <a:latin typeface="Montserrat"/>
              </a:rPr>
              <a:t>Stack de visualisation.</a:t>
            </a:r>
            <a:endParaRPr/>
          </a:p>
        </p:txBody>
      </p:sp>
      <p:sp>
        <p:nvSpPr>
          <p:cNvPr id="2046253201" name="TextBox 4"/>
          <p:cNvSpPr txBox="1"/>
          <p:nvPr/>
        </p:nvSpPr>
        <p:spPr bwMode="auto">
          <a:xfrm>
            <a:off x="822960" y="2240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8B92B3"/>
                </a:solidFill>
                <a:latin typeface="Inter"/>
              </a:rPr>
              <a:t>Du graphe statique au dashboard interactif — 5 outils couvrant tout le cycle.</a:t>
            </a:r>
            <a:endParaRPr/>
          </a:p>
        </p:txBody>
      </p:sp>
      <p:sp>
        <p:nvSpPr>
          <p:cNvPr id="721173378" name="Rounded Rectangle 5"/>
          <p:cNvSpPr/>
          <p:nvPr/>
        </p:nvSpPr>
        <p:spPr bwMode="auto">
          <a:xfrm>
            <a:off x="822960" y="2926080"/>
            <a:ext cx="3337560" cy="1623060"/>
          </a:xfrm>
          <a:prstGeom prst="roundRect">
            <a:avLst>
              <a:gd name="adj" fmla="val 6000"/>
            </a:avLst>
          </a:prstGeom>
          <a:solidFill>
            <a:srgbClr val="1C224A"/>
          </a:solidFill>
          <a:ln w="12700">
            <a:solidFill>
              <a:srgbClr val="33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7457632" name="Rectangle 6"/>
          <p:cNvSpPr/>
          <p:nvPr/>
        </p:nvSpPr>
        <p:spPr bwMode="auto">
          <a:xfrm>
            <a:off x="822960" y="2926080"/>
            <a:ext cx="73152" cy="1623060"/>
          </a:xfrm>
          <a:prstGeom prst="rect">
            <a:avLst/>
          </a:prstGeom>
          <a:solidFill>
            <a:srgbClr val="FFC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1199217" name="TextBox 7"/>
          <p:cNvSpPr txBox="1"/>
          <p:nvPr/>
        </p:nvSpPr>
        <p:spPr bwMode="auto">
          <a:xfrm>
            <a:off x="1024128" y="309067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FFC64D"/>
                </a:solidFill>
                <a:latin typeface="Montserrat"/>
              </a:rPr>
              <a:t>01</a:t>
            </a:r>
            <a:endParaRPr/>
          </a:p>
        </p:txBody>
      </p:sp>
      <p:sp>
        <p:nvSpPr>
          <p:cNvPr id="1188953038" name="TextBox 8"/>
          <p:cNvSpPr txBox="1"/>
          <p:nvPr/>
        </p:nvSpPr>
        <p:spPr bwMode="auto">
          <a:xfrm>
            <a:off x="1024128" y="3364992"/>
            <a:ext cx="2935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PANDAS</a:t>
            </a:r>
            <a:endParaRPr/>
          </a:p>
        </p:txBody>
      </p:sp>
      <p:sp>
        <p:nvSpPr>
          <p:cNvPr id="1845805299" name="TextBox 9"/>
          <p:cNvSpPr txBox="1"/>
          <p:nvPr/>
        </p:nvSpPr>
        <p:spPr bwMode="auto">
          <a:xfrm>
            <a:off x="1024128" y="373075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8B92B3"/>
                </a:solidFill>
                <a:latin typeface="Montserrat"/>
              </a:rPr>
              <a:t>CHARGEMENT &amp; TRAITEMENT</a:t>
            </a:r>
            <a:endParaRPr/>
          </a:p>
        </p:txBody>
      </p:sp>
      <p:sp>
        <p:nvSpPr>
          <p:cNvPr id="319198733" name="TextBox 10"/>
          <p:cNvSpPr txBox="1"/>
          <p:nvPr/>
        </p:nvSpPr>
        <p:spPr bwMode="auto">
          <a:xfrm>
            <a:off x="1024128" y="4023360"/>
            <a:ext cx="293522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5F7FA"/>
                </a:solidFill>
                <a:latin typeface="Inter"/>
              </a:rPr>
              <a:t>DataFrame, agrégations, jointures, nettoyage.</a:t>
            </a:r>
            <a:endParaRPr/>
          </a:p>
        </p:txBody>
      </p:sp>
      <p:sp>
        <p:nvSpPr>
          <p:cNvPr id="503390720" name="TextBox 11"/>
          <p:cNvSpPr txBox="1"/>
          <p:nvPr/>
        </p:nvSpPr>
        <p:spPr bwMode="auto">
          <a:xfrm>
            <a:off x="1024128" y="4183380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FFC64D"/>
                </a:solidFill>
                <a:latin typeface="Consolas"/>
              </a:rPr>
              <a:t>notebook/analyse.ipynb</a:t>
            </a:r>
            <a:endParaRPr/>
          </a:p>
        </p:txBody>
      </p:sp>
      <p:sp>
        <p:nvSpPr>
          <p:cNvPr id="793444465" name="Rounded Rectangle 12"/>
          <p:cNvSpPr/>
          <p:nvPr/>
        </p:nvSpPr>
        <p:spPr bwMode="auto">
          <a:xfrm>
            <a:off x="4434840" y="2926080"/>
            <a:ext cx="3337560" cy="1623060"/>
          </a:xfrm>
          <a:prstGeom prst="roundRect">
            <a:avLst>
              <a:gd name="adj" fmla="val 6000"/>
            </a:avLst>
          </a:prstGeom>
          <a:solidFill>
            <a:srgbClr val="1C224A"/>
          </a:solidFill>
          <a:ln w="12700">
            <a:solidFill>
              <a:srgbClr val="33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0959185" name="Rectangle 13"/>
          <p:cNvSpPr/>
          <p:nvPr/>
        </p:nvSpPr>
        <p:spPr bwMode="auto">
          <a:xfrm>
            <a:off x="4434840" y="2926080"/>
            <a:ext cx="73152" cy="1623060"/>
          </a:xfrm>
          <a:prstGeom prst="rect">
            <a:avLst/>
          </a:prstGeom>
          <a:solidFill>
            <a:srgbClr val="6E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8204821" name="TextBox 14"/>
          <p:cNvSpPr txBox="1"/>
          <p:nvPr/>
        </p:nvSpPr>
        <p:spPr bwMode="auto">
          <a:xfrm>
            <a:off x="4636008" y="309067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95FF"/>
                </a:solidFill>
                <a:latin typeface="Montserrat"/>
              </a:rPr>
              <a:t>02</a:t>
            </a:r>
            <a:endParaRPr/>
          </a:p>
        </p:txBody>
      </p:sp>
      <p:sp>
        <p:nvSpPr>
          <p:cNvPr id="1421125873" name="TextBox 15"/>
          <p:cNvSpPr txBox="1"/>
          <p:nvPr/>
        </p:nvSpPr>
        <p:spPr bwMode="auto">
          <a:xfrm>
            <a:off x="4636008" y="3364992"/>
            <a:ext cx="2935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MATPLOTLIB / SEABORN</a:t>
            </a:r>
            <a:endParaRPr/>
          </a:p>
        </p:txBody>
      </p:sp>
      <p:sp>
        <p:nvSpPr>
          <p:cNvPr id="1918997785" name="TextBox 16"/>
          <p:cNvSpPr txBox="1"/>
          <p:nvPr/>
        </p:nvSpPr>
        <p:spPr bwMode="auto">
          <a:xfrm>
            <a:off x="4636008" y="373075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8B92B3"/>
                </a:solidFill>
                <a:latin typeface="Montserrat"/>
              </a:rPr>
              <a:t>GRAPHES STATIQUES</a:t>
            </a:r>
            <a:endParaRPr/>
          </a:p>
        </p:txBody>
      </p:sp>
      <p:sp>
        <p:nvSpPr>
          <p:cNvPr id="1132116611" name="TextBox 17"/>
          <p:cNvSpPr txBox="1"/>
          <p:nvPr/>
        </p:nvSpPr>
        <p:spPr bwMode="auto">
          <a:xfrm>
            <a:off x="4636008" y="4023360"/>
            <a:ext cx="293522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5F7FA"/>
                </a:solidFill>
                <a:latin typeface="Inter"/>
              </a:rPr>
              <a:t>Distributions, boxplots, heatmaps — exports PNG pour les rapports.</a:t>
            </a:r>
            <a:endParaRPr/>
          </a:p>
        </p:txBody>
      </p:sp>
      <p:sp>
        <p:nvSpPr>
          <p:cNvPr id="56774662" name="TextBox 18"/>
          <p:cNvSpPr txBox="1"/>
          <p:nvPr/>
        </p:nvSpPr>
        <p:spPr bwMode="auto">
          <a:xfrm>
            <a:off x="4636008" y="4411980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FFC64D"/>
                </a:solidFill>
                <a:latin typeface="Consolas"/>
              </a:rPr>
              <a:t>import seaborn as sns</a:t>
            </a:r>
            <a:endParaRPr/>
          </a:p>
        </p:txBody>
      </p:sp>
      <p:sp>
        <p:nvSpPr>
          <p:cNvPr id="590949694" name="Rounded Rectangle 19"/>
          <p:cNvSpPr/>
          <p:nvPr/>
        </p:nvSpPr>
        <p:spPr bwMode="auto">
          <a:xfrm>
            <a:off x="8046720" y="2926080"/>
            <a:ext cx="3337560" cy="1623060"/>
          </a:xfrm>
          <a:prstGeom prst="roundRect">
            <a:avLst>
              <a:gd name="adj" fmla="val 6000"/>
            </a:avLst>
          </a:prstGeom>
          <a:solidFill>
            <a:srgbClr val="1C224A"/>
          </a:solidFill>
          <a:ln w="12700">
            <a:solidFill>
              <a:srgbClr val="33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1086082" name="Rectangle 20"/>
          <p:cNvSpPr/>
          <p:nvPr/>
        </p:nvSpPr>
        <p:spPr bwMode="auto">
          <a:xfrm>
            <a:off x="8046720" y="2926080"/>
            <a:ext cx="73152" cy="1623060"/>
          </a:xfrm>
          <a:prstGeom prst="rect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8063849" name="TextBox 21"/>
          <p:cNvSpPr txBox="1"/>
          <p:nvPr/>
        </p:nvSpPr>
        <p:spPr bwMode="auto">
          <a:xfrm>
            <a:off x="8247888" y="309067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00E5B0"/>
                </a:solidFill>
                <a:latin typeface="Montserrat"/>
              </a:rPr>
              <a:t>03</a:t>
            </a:r>
            <a:endParaRPr/>
          </a:p>
        </p:txBody>
      </p:sp>
      <p:sp>
        <p:nvSpPr>
          <p:cNvPr id="119442023" name="TextBox 22"/>
          <p:cNvSpPr txBox="1"/>
          <p:nvPr/>
        </p:nvSpPr>
        <p:spPr bwMode="auto">
          <a:xfrm>
            <a:off x="8247888" y="3364992"/>
            <a:ext cx="2935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PLOTLY</a:t>
            </a:r>
            <a:endParaRPr/>
          </a:p>
        </p:txBody>
      </p:sp>
      <p:sp>
        <p:nvSpPr>
          <p:cNvPr id="1291360758" name="TextBox 23"/>
          <p:cNvSpPr txBox="1"/>
          <p:nvPr/>
        </p:nvSpPr>
        <p:spPr bwMode="auto">
          <a:xfrm>
            <a:off x="8247888" y="373075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8B92B3"/>
                </a:solidFill>
                <a:latin typeface="Montserrat"/>
              </a:rPr>
              <a:t>GRAPHES INTERACTIFS</a:t>
            </a:r>
            <a:endParaRPr/>
          </a:p>
        </p:txBody>
      </p:sp>
      <p:sp>
        <p:nvSpPr>
          <p:cNvPr id="1684670643" name="TextBox 24"/>
          <p:cNvSpPr txBox="1"/>
          <p:nvPr/>
        </p:nvSpPr>
        <p:spPr bwMode="auto">
          <a:xfrm>
            <a:off x="8247888" y="4023360"/>
            <a:ext cx="293522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5F7FA"/>
                </a:solidFill>
                <a:latin typeface="Inter"/>
              </a:rPr>
              <a:t>Zoom, hover, légendes cliquables. Base commune de Dash et Plotly Studio.</a:t>
            </a:r>
            <a:endParaRPr/>
          </a:p>
        </p:txBody>
      </p:sp>
      <p:sp>
        <p:nvSpPr>
          <p:cNvPr id="284258862" name="TextBox 25"/>
          <p:cNvSpPr txBox="1"/>
          <p:nvPr/>
        </p:nvSpPr>
        <p:spPr bwMode="auto">
          <a:xfrm>
            <a:off x="8247888" y="4411980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FFC64D"/>
                </a:solidFill>
                <a:latin typeface="Consolas"/>
              </a:rPr>
              <a:t>import plotly.express as px</a:t>
            </a:r>
            <a:endParaRPr/>
          </a:p>
        </p:txBody>
      </p:sp>
      <p:sp>
        <p:nvSpPr>
          <p:cNvPr id="1135949061" name="Rounded Rectangle 26"/>
          <p:cNvSpPr/>
          <p:nvPr/>
        </p:nvSpPr>
        <p:spPr bwMode="auto">
          <a:xfrm>
            <a:off x="822960" y="4823460"/>
            <a:ext cx="3337560" cy="1623060"/>
          </a:xfrm>
          <a:prstGeom prst="roundRect">
            <a:avLst>
              <a:gd name="adj" fmla="val 6000"/>
            </a:avLst>
          </a:prstGeom>
          <a:solidFill>
            <a:srgbClr val="1C224A"/>
          </a:solidFill>
          <a:ln w="12700">
            <a:solidFill>
              <a:srgbClr val="33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1475050" name="Rectangle 27"/>
          <p:cNvSpPr/>
          <p:nvPr/>
        </p:nvSpPr>
        <p:spPr bwMode="auto">
          <a:xfrm>
            <a:off x="822960" y="4823460"/>
            <a:ext cx="73152" cy="1623060"/>
          </a:xfrm>
          <a:prstGeom prst="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5195272" name="TextBox 28"/>
          <p:cNvSpPr txBox="1"/>
          <p:nvPr/>
        </p:nvSpPr>
        <p:spPr bwMode="auto">
          <a:xfrm>
            <a:off x="1024128" y="498805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FF5C7A"/>
                </a:solidFill>
                <a:latin typeface="Montserrat"/>
              </a:rPr>
              <a:t>04</a:t>
            </a:r>
            <a:endParaRPr/>
          </a:p>
        </p:txBody>
      </p:sp>
      <p:sp>
        <p:nvSpPr>
          <p:cNvPr id="2013869355" name="TextBox 29"/>
          <p:cNvSpPr txBox="1"/>
          <p:nvPr/>
        </p:nvSpPr>
        <p:spPr bwMode="auto">
          <a:xfrm>
            <a:off x="1024128" y="5262372"/>
            <a:ext cx="2935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STREAMLIT</a:t>
            </a:r>
            <a:endParaRPr/>
          </a:p>
        </p:txBody>
      </p:sp>
      <p:sp>
        <p:nvSpPr>
          <p:cNvPr id="141101207" name="TextBox 30"/>
          <p:cNvSpPr txBox="1"/>
          <p:nvPr/>
        </p:nvSpPr>
        <p:spPr bwMode="auto">
          <a:xfrm>
            <a:off x="1024128" y="562813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8B92B3"/>
                </a:solidFill>
                <a:latin typeface="Montserrat"/>
              </a:rPr>
              <a:t>DASHBOARD RAPIDE</a:t>
            </a:r>
            <a:endParaRPr/>
          </a:p>
        </p:txBody>
      </p:sp>
      <p:sp>
        <p:nvSpPr>
          <p:cNvPr id="1924529155" name="TextBox 31"/>
          <p:cNvSpPr txBox="1"/>
          <p:nvPr/>
        </p:nvSpPr>
        <p:spPr bwMode="auto">
          <a:xfrm>
            <a:off x="1024128" y="5920740"/>
            <a:ext cx="293522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5F7FA"/>
                </a:solidFill>
                <a:latin typeface="Inter"/>
              </a:rPr>
              <a:t>Filtres en sidebar, KPI live, tests t / Chi² / Pearson recalculés à la volée.</a:t>
            </a:r>
            <a:endParaRPr/>
          </a:p>
        </p:txBody>
      </p:sp>
      <p:sp>
        <p:nvSpPr>
          <p:cNvPr id="1655202166" name="TextBox 32"/>
          <p:cNvSpPr txBox="1"/>
          <p:nvPr/>
        </p:nvSpPr>
        <p:spPr bwMode="auto">
          <a:xfrm>
            <a:off x="1024128" y="6309360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FFC64D"/>
                </a:solidFill>
                <a:latin typeface="Consolas"/>
              </a:rPr>
              <a:t>streamlit run app/app.py</a:t>
            </a:r>
            <a:endParaRPr/>
          </a:p>
        </p:txBody>
      </p:sp>
      <p:sp>
        <p:nvSpPr>
          <p:cNvPr id="169958420" name="Rounded Rectangle 33"/>
          <p:cNvSpPr/>
          <p:nvPr/>
        </p:nvSpPr>
        <p:spPr bwMode="auto">
          <a:xfrm>
            <a:off x="4434840" y="4823460"/>
            <a:ext cx="3337560" cy="1623060"/>
          </a:xfrm>
          <a:prstGeom prst="roundRect">
            <a:avLst>
              <a:gd name="adj" fmla="val 6000"/>
            </a:avLst>
          </a:prstGeom>
          <a:solidFill>
            <a:srgbClr val="1C224A"/>
          </a:solidFill>
          <a:ln w="12700">
            <a:solidFill>
              <a:srgbClr val="33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73943" name="Rectangle 34"/>
          <p:cNvSpPr/>
          <p:nvPr/>
        </p:nvSpPr>
        <p:spPr bwMode="auto">
          <a:xfrm>
            <a:off x="4434840" y="4823460"/>
            <a:ext cx="73152" cy="1623060"/>
          </a:xfrm>
          <a:prstGeom prst="rect">
            <a:avLst/>
          </a:prstGeom>
          <a:solidFill>
            <a:srgbClr val="6E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0679493" name="TextBox 35"/>
          <p:cNvSpPr txBox="1"/>
          <p:nvPr/>
        </p:nvSpPr>
        <p:spPr bwMode="auto">
          <a:xfrm>
            <a:off x="4636008" y="498805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95FF"/>
                </a:solidFill>
                <a:latin typeface="Montserrat"/>
              </a:rPr>
              <a:t>05</a:t>
            </a:r>
            <a:endParaRPr/>
          </a:p>
        </p:txBody>
      </p:sp>
      <p:sp>
        <p:nvSpPr>
          <p:cNvPr id="1390257344" name="TextBox 36"/>
          <p:cNvSpPr txBox="1"/>
          <p:nvPr/>
        </p:nvSpPr>
        <p:spPr bwMode="auto">
          <a:xfrm>
            <a:off x="4636008" y="5262372"/>
            <a:ext cx="2935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DASH</a:t>
            </a:r>
            <a:endParaRPr/>
          </a:p>
        </p:txBody>
      </p:sp>
      <p:sp>
        <p:nvSpPr>
          <p:cNvPr id="1261734045" name="TextBox 37"/>
          <p:cNvSpPr txBox="1"/>
          <p:nvPr/>
        </p:nvSpPr>
        <p:spPr bwMode="auto">
          <a:xfrm>
            <a:off x="4636008" y="562813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8B92B3"/>
                </a:solidFill>
                <a:latin typeface="Montserrat"/>
              </a:rPr>
              <a:t>DASHBOARD APPLICATIF</a:t>
            </a:r>
            <a:endParaRPr/>
          </a:p>
        </p:txBody>
      </p:sp>
      <p:sp>
        <p:nvSpPr>
          <p:cNvPr id="736647744" name="TextBox 38"/>
          <p:cNvSpPr txBox="1"/>
          <p:nvPr/>
        </p:nvSpPr>
        <p:spPr bwMode="auto">
          <a:xfrm>
            <a:off x="4636008" y="5920740"/>
            <a:ext cx="293522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5F7FA"/>
                </a:solidFill>
                <a:latin typeface="Inter"/>
              </a:rPr>
              <a:t>Callbacks Python, layout HTML/CSS, même palette que la présentation.</a:t>
            </a:r>
            <a:endParaRPr/>
          </a:p>
        </p:txBody>
      </p:sp>
      <p:sp>
        <p:nvSpPr>
          <p:cNvPr id="1536885857" name="TextBox 39"/>
          <p:cNvSpPr txBox="1"/>
          <p:nvPr/>
        </p:nvSpPr>
        <p:spPr bwMode="auto">
          <a:xfrm>
            <a:off x="4636008" y="6309360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FFC64D"/>
                </a:solidFill>
                <a:latin typeface="Consolas"/>
              </a:rPr>
              <a:t>python dash_app/app_dash.py</a:t>
            </a:r>
            <a:endParaRPr/>
          </a:p>
        </p:txBody>
      </p:sp>
      <p:sp>
        <p:nvSpPr>
          <p:cNvPr id="1462625317" name="Rounded Rectangle 40"/>
          <p:cNvSpPr/>
          <p:nvPr/>
        </p:nvSpPr>
        <p:spPr bwMode="auto">
          <a:xfrm>
            <a:off x="8046720" y="4823460"/>
            <a:ext cx="3337560" cy="1623060"/>
          </a:xfrm>
          <a:prstGeom prst="roundRect">
            <a:avLst>
              <a:gd name="adj" fmla="val 6000"/>
            </a:avLst>
          </a:prstGeom>
          <a:solidFill>
            <a:srgbClr val="1C224A"/>
          </a:solidFill>
          <a:ln w="12700">
            <a:solidFill>
              <a:srgbClr val="33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1386328" name="Rectangle 41"/>
          <p:cNvSpPr/>
          <p:nvPr/>
        </p:nvSpPr>
        <p:spPr bwMode="auto">
          <a:xfrm>
            <a:off x="8046720" y="4823460"/>
            <a:ext cx="73152" cy="1623060"/>
          </a:xfrm>
          <a:prstGeom prst="rect">
            <a:avLst/>
          </a:prstGeom>
          <a:solidFill>
            <a:srgbClr val="FFC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3173127" name="TextBox 42"/>
          <p:cNvSpPr txBox="1"/>
          <p:nvPr/>
        </p:nvSpPr>
        <p:spPr bwMode="auto">
          <a:xfrm>
            <a:off x="8247888" y="498805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FFC64D"/>
                </a:solidFill>
                <a:latin typeface="Montserrat"/>
              </a:rPr>
              <a:t>06</a:t>
            </a:r>
            <a:endParaRPr/>
          </a:p>
        </p:txBody>
      </p:sp>
      <p:sp>
        <p:nvSpPr>
          <p:cNvPr id="1580088420" name="TextBox 43"/>
          <p:cNvSpPr txBox="1"/>
          <p:nvPr/>
        </p:nvSpPr>
        <p:spPr bwMode="auto">
          <a:xfrm>
            <a:off x="8247888" y="5262372"/>
            <a:ext cx="2935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F5F7FA"/>
                </a:solidFill>
                <a:latin typeface="Montserrat"/>
              </a:rPr>
              <a:t>PLOTLY STUDIO</a:t>
            </a:r>
            <a:endParaRPr/>
          </a:p>
        </p:txBody>
      </p:sp>
      <p:sp>
        <p:nvSpPr>
          <p:cNvPr id="358185176" name="TextBox 44"/>
          <p:cNvSpPr txBox="1"/>
          <p:nvPr/>
        </p:nvSpPr>
        <p:spPr bwMode="auto">
          <a:xfrm>
            <a:off x="8247888" y="5628132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8B92B3"/>
                </a:solidFill>
                <a:latin typeface="Montserrat"/>
              </a:rPr>
              <a:t>ÉDITION NO-CODE</a:t>
            </a:r>
            <a:endParaRPr/>
          </a:p>
        </p:txBody>
      </p:sp>
      <p:sp>
        <p:nvSpPr>
          <p:cNvPr id="1775928680" name="TextBox 45"/>
          <p:cNvSpPr txBox="1"/>
          <p:nvPr/>
        </p:nvSpPr>
        <p:spPr bwMode="auto">
          <a:xfrm>
            <a:off x="8247888" y="5920740"/>
            <a:ext cx="293522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5F7FA"/>
                </a:solidFill>
                <a:latin typeface="Inter"/>
              </a:rPr>
              <a:t>Charger nos .json dans l'éditeur web pour itérer sans toucher au code.</a:t>
            </a:r>
            <a:endParaRPr/>
          </a:p>
        </p:txBody>
      </p:sp>
      <p:sp>
        <p:nvSpPr>
          <p:cNvPr id="1204356118" name="TextBox 46"/>
          <p:cNvSpPr txBox="1"/>
          <p:nvPr/>
        </p:nvSpPr>
        <p:spPr bwMode="auto">
          <a:xfrm>
            <a:off x="8247888" y="6309360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FFC64D"/>
                </a:solidFill>
                <a:latin typeface="Consolas"/>
              </a:rPr>
              <a:t>plotly_studio/*.json</a:t>
            </a:r>
            <a:endParaRPr/>
          </a:p>
        </p:txBody>
      </p:sp>
      <p:sp>
        <p:nvSpPr>
          <p:cNvPr id="4013710" name="TextBox 47"/>
          <p:cNvSpPr txBox="1"/>
          <p:nvPr/>
        </p:nvSpPr>
        <p:spPr bwMode="auto"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8B92B3"/>
                </a:solidFill>
                <a:latin typeface="Montserrat"/>
              </a:rPr>
              <a:t>BANK MARKETING  ·  M1 ESGIS  ·  STACK DE VISUALISATION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18872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6091F"/>
              </a:gs>
              <a:gs pos="100000">
                <a:srgbClr val="14123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9889255" name="Oval 2"/>
          <p:cNvSpPr/>
          <p:nvPr/>
        </p:nvSpPr>
        <p:spPr bwMode="auto">
          <a:xfrm>
            <a:off x="54864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6802283" name="Oval 3"/>
          <p:cNvSpPr/>
          <p:nvPr/>
        </p:nvSpPr>
        <p:spPr bwMode="auto">
          <a:xfrm>
            <a:off x="54864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6418124" name="Oval 4"/>
          <p:cNvSpPr/>
          <p:nvPr/>
        </p:nvSpPr>
        <p:spPr bwMode="auto">
          <a:xfrm>
            <a:off x="54864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0872980" name="Oval 5"/>
          <p:cNvSpPr/>
          <p:nvPr/>
        </p:nvSpPr>
        <p:spPr bwMode="auto">
          <a:xfrm>
            <a:off x="54864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8362168" name="Oval 6"/>
          <p:cNvSpPr/>
          <p:nvPr/>
        </p:nvSpPr>
        <p:spPr bwMode="auto">
          <a:xfrm>
            <a:off x="54864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3937738" name="Oval 7"/>
          <p:cNvSpPr/>
          <p:nvPr/>
        </p:nvSpPr>
        <p:spPr bwMode="auto">
          <a:xfrm>
            <a:off x="54864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9085263" name="Oval 8"/>
          <p:cNvSpPr/>
          <p:nvPr/>
        </p:nvSpPr>
        <p:spPr bwMode="auto">
          <a:xfrm>
            <a:off x="54864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7301168" name="Oval 9"/>
          <p:cNvSpPr/>
          <p:nvPr/>
        </p:nvSpPr>
        <p:spPr bwMode="auto">
          <a:xfrm>
            <a:off x="54864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3938969" name="Oval 10"/>
          <p:cNvSpPr/>
          <p:nvPr/>
        </p:nvSpPr>
        <p:spPr bwMode="auto">
          <a:xfrm>
            <a:off x="54864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8911595" name="Oval 11"/>
          <p:cNvSpPr/>
          <p:nvPr/>
        </p:nvSpPr>
        <p:spPr bwMode="auto">
          <a:xfrm>
            <a:off x="54864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6886124" name="Oval 12"/>
          <p:cNvSpPr/>
          <p:nvPr/>
        </p:nvSpPr>
        <p:spPr bwMode="auto">
          <a:xfrm>
            <a:off x="54864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0166482" name="Oval 13"/>
          <p:cNvSpPr/>
          <p:nvPr/>
        </p:nvSpPr>
        <p:spPr bwMode="auto">
          <a:xfrm>
            <a:off x="54864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0843399" name="Oval 14"/>
          <p:cNvSpPr/>
          <p:nvPr/>
        </p:nvSpPr>
        <p:spPr bwMode="auto">
          <a:xfrm>
            <a:off x="54864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6726258" name="Oval 15"/>
          <p:cNvSpPr/>
          <p:nvPr/>
        </p:nvSpPr>
        <p:spPr bwMode="auto">
          <a:xfrm>
            <a:off x="64388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5260506" name="Oval 16"/>
          <p:cNvSpPr/>
          <p:nvPr/>
        </p:nvSpPr>
        <p:spPr bwMode="auto">
          <a:xfrm>
            <a:off x="54864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7097600" name="Oval 17"/>
          <p:cNvSpPr/>
          <p:nvPr/>
        </p:nvSpPr>
        <p:spPr bwMode="auto">
          <a:xfrm>
            <a:off x="54864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055865" name="Oval 18"/>
          <p:cNvSpPr/>
          <p:nvPr/>
        </p:nvSpPr>
        <p:spPr bwMode="auto">
          <a:xfrm>
            <a:off x="54864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8673269" name="Oval 19"/>
          <p:cNvSpPr/>
          <p:nvPr/>
        </p:nvSpPr>
        <p:spPr bwMode="auto">
          <a:xfrm>
            <a:off x="54864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703107" name="Oval 20"/>
          <p:cNvSpPr/>
          <p:nvPr/>
        </p:nvSpPr>
        <p:spPr bwMode="auto">
          <a:xfrm>
            <a:off x="54864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8033897" name="Oval 21"/>
          <p:cNvSpPr/>
          <p:nvPr/>
        </p:nvSpPr>
        <p:spPr bwMode="auto">
          <a:xfrm>
            <a:off x="54864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862668" name="Oval 22"/>
          <p:cNvSpPr/>
          <p:nvPr/>
        </p:nvSpPr>
        <p:spPr bwMode="auto">
          <a:xfrm>
            <a:off x="54864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520397" name="Oval 23"/>
          <p:cNvSpPr/>
          <p:nvPr/>
        </p:nvSpPr>
        <p:spPr bwMode="auto">
          <a:xfrm>
            <a:off x="54864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050747" name="Oval 24"/>
          <p:cNvSpPr/>
          <p:nvPr/>
        </p:nvSpPr>
        <p:spPr bwMode="auto">
          <a:xfrm>
            <a:off x="82296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7413550" name="Oval 25"/>
          <p:cNvSpPr/>
          <p:nvPr/>
        </p:nvSpPr>
        <p:spPr bwMode="auto">
          <a:xfrm>
            <a:off x="82296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6908797" name="Oval 26"/>
          <p:cNvSpPr/>
          <p:nvPr/>
        </p:nvSpPr>
        <p:spPr bwMode="auto">
          <a:xfrm>
            <a:off x="82296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8664488" name="Oval 27"/>
          <p:cNvSpPr/>
          <p:nvPr/>
        </p:nvSpPr>
        <p:spPr bwMode="auto">
          <a:xfrm>
            <a:off x="82296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878394" name="Oval 28"/>
          <p:cNvSpPr/>
          <p:nvPr/>
        </p:nvSpPr>
        <p:spPr bwMode="auto">
          <a:xfrm>
            <a:off x="82296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2238845" name="Oval 29"/>
          <p:cNvSpPr/>
          <p:nvPr/>
        </p:nvSpPr>
        <p:spPr bwMode="auto">
          <a:xfrm>
            <a:off x="82296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1378951" name="Oval 30"/>
          <p:cNvSpPr/>
          <p:nvPr/>
        </p:nvSpPr>
        <p:spPr bwMode="auto">
          <a:xfrm>
            <a:off x="82296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2866838" name="Oval 31"/>
          <p:cNvSpPr/>
          <p:nvPr/>
        </p:nvSpPr>
        <p:spPr bwMode="auto">
          <a:xfrm>
            <a:off x="82296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9794762" name="Oval 32"/>
          <p:cNvSpPr/>
          <p:nvPr/>
        </p:nvSpPr>
        <p:spPr bwMode="auto">
          <a:xfrm>
            <a:off x="82296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9197256" name="Oval 33"/>
          <p:cNvSpPr/>
          <p:nvPr/>
        </p:nvSpPr>
        <p:spPr bwMode="auto">
          <a:xfrm>
            <a:off x="82296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4018251" name="Oval 34"/>
          <p:cNvSpPr/>
          <p:nvPr/>
        </p:nvSpPr>
        <p:spPr bwMode="auto">
          <a:xfrm>
            <a:off x="82296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6764890" name="Oval 35"/>
          <p:cNvSpPr/>
          <p:nvPr/>
        </p:nvSpPr>
        <p:spPr bwMode="auto">
          <a:xfrm>
            <a:off x="82296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6160269" name="Oval 36"/>
          <p:cNvSpPr/>
          <p:nvPr/>
        </p:nvSpPr>
        <p:spPr bwMode="auto">
          <a:xfrm>
            <a:off x="82296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9665882" name="Oval 37"/>
          <p:cNvSpPr/>
          <p:nvPr/>
        </p:nvSpPr>
        <p:spPr bwMode="auto">
          <a:xfrm>
            <a:off x="91820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9482366" name="Oval 38"/>
          <p:cNvSpPr/>
          <p:nvPr/>
        </p:nvSpPr>
        <p:spPr bwMode="auto">
          <a:xfrm>
            <a:off x="82296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2462923" name="Oval 39"/>
          <p:cNvSpPr/>
          <p:nvPr/>
        </p:nvSpPr>
        <p:spPr bwMode="auto">
          <a:xfrm>
            <a:off x="82296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6619605" name="Oval 40"/>
          <p:cNvSpPr/>
          <p:nvPr/>
        </p:nvSpPr>
        <p:spPr bwMode="auto">
          <a:xfrm>
            <a:off x="82296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1360908" name="Oval 41"/>
          <p:cNvSpPr/>
          <p:nvPr/>
        </p:nvSpPr>
        <p:spPr bwMode="auto">
          <a:xfrm>
            <a:off x="82296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5904452" name="Oval 42"/>
          <p:cNvSpPr/>
          <p:nvPr/>
        </p:nvSpPr>
        <p:spPr bwMode="auto">
          <a:xfrm>
            <a:off x="82296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5495788" name="Oval 43"/>
          <p:cNvSpPr/>
          <p:nvPr/>
        </p:nvSpPr>
        <p:spPr bwMode="auto">
          <a:xfrm>
            <a:off x="82296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1398780" name="Oval 44"/>
          <p:cNvSpPr/>
          <p:nvPr/>
        </p:nvSpPr>
        <p:spPr bwMode="auto">
          <a:xfrm>
            <a:off x="82296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944334" name="Oval 45"/>
          <p:cNvSpPr/>
          <p:nvPr/>
        </p:nvSpPr>
        <p:spPr bwMode="auto">
          <a:xfrm>
            <a:off x="82296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0717786" name="Oval 46"/>
          <p:cNvSpPr/>
          <p:nvPr/>
        </p:nvSpPr>
        <p:spPr bwMode="auto">
          <a:xfrm>
            <a:off x="109728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0882454" name="Oval 47"/>
          <p:cNvSpPr/>
          <p:nvPr/>
        </p:nvSpPr>
        <p:spPr bwMode="auto">
          <a:xfrm>
            <a:off x="109728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668291" name="Oval 48"/>
          <p:cNvSpPr/>
          <p:nvPr/>
        </p:nvSpPr>
        <p:spPr bwMode="auto">
          <a:xfrm>
            <a:off x="109728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1777548" name="Oval 49"/>
          <p:cNvSpPr/>
          <p:nvPr/>
        </p:nvSpPr>
        <p:spPr bwMode="auto">
          <a:xfrm>
            <a:off x="109728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6770670" name="Oval 50"/>
          <p:cNvSpPr/>
          <p:nvPr/>
        </p:nvSpPr>
        <p:spPr bwMode="auto">
          <a:xfrm>
            <a:off x="109728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8862738" name="Oval 51"/>
          <p:cNvSpPr/>
          <p:nvPr/>
        </p:nvSpPr>
        <p:spPr bwMode="auto">
          <a:xfrm>
            <a:off x="109728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5807983" name="Oval 52"/>
          <p:cNvSpPr/>
          <p:nvPr/>
        </p:nvSpPr>
        <p:spPr bwMode="auto">
          <a:xfrm>
            <a:off x="109728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4867628" name="Oval 53"/>
          <p:cNvSpPr/>
          <p:nvPr/>
        </p:nvSpPr>
        <p:spPr bwMode="auto">
          <a:xfrm>
            <a:off x="109728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1916450" name="Oval 54"/>
          <p:cNvSpPr/>
          <p:nvPr/>
        </p:nvSpPr>
        <p:spPr bwMode="auto">
          <a:xfrm>
            <a:off x="109728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3892324" name="Oval 55"/>
          <p:cNvSpPr/>
          <p:nvPr/>
        </p:nvSpPr>
        <p:spPr bwMode="auto">
          <a:xfrm>
            <a:off x="109728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915613" name="Oval 56"/>
          <p:cNvSpPr/>
          <p:nvPr/>
        </p:nvSpPr>
        <p:spPr bwMode="auto">
          <a:xfrm>
            <a:off x="109728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3276704" name="Oval 57"/>
          <p:cNvSpPr/>
          <p:nvPr/>
        </p:nvSpPr>
        <p:spPr bwMode="auto">
          <a:xfrm>
            <a:off x="109728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6980948" name="Oval 58"/>
          <p:cNvSpPr/>
          <p:nvPr/>
        </p:nvSpPr>
        <p:spPr bwMode="auto">
          <a:xfrm>
            <a:off x="109728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9705026" name="Oval 59"/>
          <p:cNvSpPr/>
          <p:nvPr/>
        </p:nvSpPr>
        <p:spPr bwMode="auto">
          <a:xfrm>
            <a:off x="119252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1026244" name="Oval 60"/>
          <p:cNvSpPr/>
          <p:nvPr/>
        </p:nvSpPr>
        <p:spPr bwMode="auto">
          <a:xfrm>
            <a:off x="109728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2933550" name="Oval 61"/>
          <p:cNvSpPr/>
          <p:nvPr/>
        </p:nvSpPr>
        <p:spPr bwMode="auto">
          <a:xfrm>
            <a:off x="109728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9773878" name="Oval 62"/>
          <p:cNvSpPr/>
          <p:nvPr/>
        </p:nvSpPr>
        <p:spPr bwMode="auto">
          <a:xfrm>
            <a:off x="109728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4572727" name="Oval 63"/>
          <p:cNvSpPr/>
          <p:nvPr/>
        </p:nvSpPr>
        <p:spPr bwMode="auto">
          <a:xfrm>
            <a:off x="109728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9557117" name="Oval 64"/>
          <p:cNvSpPr/>
          <p:nvPr/>
        </p:nvSpPr>
        <p:spPr bwMode="auto">
          <a:xfrm>
            <a:off x="109728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3963293" name="Oval 65"/>
          <p:cNvSpPr/>
          <p:nvPr/>
        </p:nvSpPr>
        <p:spPr bwMode="auto">
          <a:xfrm>
            <a:off x="109728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1301855" name="Oval 66"/>
          <p:cNvSpPr/>
          <p:nvPr/>
        </p:nvSpPr>
        <p:spPr bwMode="auto">
          <a:xfrm>
            <a:off x="109728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0414246" name="Oval 67"/>
          <p:cNvSpPr/>
          <p:nvPr/>
        </p:nvSpPr>
        <p:spPr bwMode="auto">
          <a:xfrm>
            <a:off x="109728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6435698" name="Oval 68"/>
          <p:cNvSpPr/>
          <p:nvPr/>
        </p:nvSpPr>
        <p:spPr bwMode="auto">
          <a:xfrm>
            <a:off x="137160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7189057" name="Oval 69"/>
          <p:cNvSpPr/>
          <p:nvPr/>
        </p:nvSpPr>
        <p:spPr bwMode="auto">
          <a:xfrm>
            <a:off x="137160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2686868" name="Oval 70"/>
          <p:cNvSpPr/>
          <p:nvPr/>
        </p:nvSpPr>
        <p:spPr bwMode="auto">
          <a:xfrm>
            <a:off x="137160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5585988" name="Oval 71"/>
          <p:cNvSpPr/>
          <p:nvPr/>
        </p:nvSpPr>
        <p:spPr bwMode="auto">
          <a:xfrm>
            <a:off x="137160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610714" name="Oval 72"/>
          <p:cNvSpPr/>
          <p:nvPr/>
        </p:nvSpPr>
        <p:spPr bwMode="auto">
          <a:xfrm>
            <a:off x="137160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201987" name="Oval 73"/>
          <p:cNvSpPr/>
          <p:nvPr/>
        </p:nvSpPr>
        <p:spPr bwMode="auto">
          <a:xfrm>
            <a:off x="137160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7740552" name="Oval 74"/>
          <p:cNvSpPr/>
          <p:nvPr/>
        </p:nvSpPr>
        <p:spPr bwMode="auto">
          <a:xfrm>
            <a:off x="137160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716383" name="Oval 75"/>
          <p:cNvSpPr/>
          <p:nvPr/>
        </p:nvSpPr>
        <p:spPr bwMode="auto">
          <a:xfrm>
            <a:off x="137160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4161282" name="Oval 76"/>
          <p:cNvSpPr/>
          <p:nvPr/>
        </p:nvSpPr>
        <p:spPr bwMode="auto">
          <a:xfrm>
            <a:off x="137160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5497537" name="Oval 77"/>
          <p:cNvSpPr/>
          <p:nvPr/>
        </p:nvSpPr>
        <p:spPr bwMode="auto">
          <a:xfrm>
            <a:off x="137160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7944383" name="Oval 78"/>
          <p:cNvSpPr/>
          <p:nvPr/>
        </p:nvSpPr>
        <p:spPr bwMode="auto">
          <a:xfrm>
            <a:off x="137160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6936881" name="Oval 79"/>
          <p:cNvSpPr/>
          <p:nvPr/>
        </p:nvSpPr>
        <p:spPr bwMode="auto">
          <a:xfrm>
            <a:off x="137160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404738" name="Oval 80"/>
          <p:cNvSpPr/>
          <p:nvPr/>
        </p:nvSpPr>
        <p:spPr bwMode="auto">
          <a:xfrm>
            <a:off x="137160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3171532" name="Oval 81"/>
          <p:cNvSpPr/>
          <p:nvPr/>
        </p:nvSpPr>
        <p:spPr bwMode="auto">
          <a:xfrm>
            <a:off x="146684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3304080" name="Oval 82"/>
          <p:cNvSpPr/>
          <p:nvPr/>
        </p:nvSpPr>
        <p:spPr bwMode="auto">
          <a:xfrm>
            <a:off x="137160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3012729" name="Oval 83"/>
          <p:cNvSpPr/>
          <p:nvPr/>
        </p:nvSpPr>
        <p:spPr bwMode="auto">
          <a:xfrm>
            <a:off x="137160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8961937" name="Oval 84"/>
          <p:cNvSpPr/>
          <p:nvPr/>
        </p:nvSpPr>
        <p:spPr bwMode="auto">
          <a:xfrm>
            <a:off x="137160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719679" name="Oval 85"/>
          <p:cNvSpPr/>
          <p:nvPr/>
        </p:nvSpPr>
        <p:spPr bwMode="auto">
          <a:xfrm>
            <a:off x="137160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5625181" name="Oval 86"/>
          <p:cNvSpPr/>
          <p:nvPr/>
        </p:nvSpPr>
        <p:spPr bwMode="auto">
          <a:xfrm>
            <a:off x="137160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9125888" name="Oval 87"/>
          <p:cNvSpPr/>
          <p:nvPr/>
        </p:nvSpPr>
        <p:spPr bwMode="auto">
          <a:xfrm>
            <a:off x="137160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66116" name="Oval 88"/>
          <p:cNvSpPr/>
          <p:nvPr/>
        </p:nvSpPr>
        <p:spPr bwMode="auto">
          <a:xfrm>
            <a:off x="137160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682719" name="Oval 89"/>
          <p:cNvSpPr/>
          <p:nvPr/>
        </p:nvSpPr>
        <p:spPr bwMode="auto">
          <a:xfrm>
            <a:off x="137160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361491" name="Oval 90"/>
          <p:cNvSpPr/>
          <p:nvPr/>
        </p:nvSpPr>
        <p:spPr bwMode="auto">
          <a:xfrm>
            <a:off x="164592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8092935" name="Oval 91"/>
          <p:cNvSpPr/>
          <p:nvPr/>
        </p:nvSpPr>
        <p:spPr bwMode="auto">
          <a:xfrm>
            <a:off x="164592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9336592" name="Oval 92"/>
          <p:cNvSpPr/>
          <p:nvPr/>
        </p:nvSpPr>
        <p:spPr bwMode="auto">
          <a:xfrm>
            <a:off x="164592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3688912" name="Oval 93"/>
          <p:cNvSpPr/>
          <p:nvPr/>
        </p:nvSpPr>
        <p:spPr bwMode="auto">
          <a:xfrm>
            <a:off x="164592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8164028" name="Oval 94"/>
          <p:cNvSpPr/>
          <p:nvPr/>
        </p:nvSpPr>
        <p:spPr bwMode="auto">
          <a:xfrm>
            <a:off x="164592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011117" name="Oval 95"/>
          <p:cNvSpPr/>
          <p:nvPr/>
        </p:nvSpPr>
        <p:spPr bwMode="auto">
          <a:xfrm>
            <a:off x="164592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5154293" name="Oval 96"/>
          <p:cNvSpPr/>
          <p:nvPr/>
        </p:nvSpPr>
        <p:spPr bwMode="auto">
          <a:xfrm>
            <a:off x="164592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6439" name="Oval 97"/>
          <p:cNvSpPr/>
          <p:nvPr/>
        </p:nvSpPr>
        <p:spPr bwMode="auto">
          <a:xfrm>
            <a:off x="164592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7517362" name="Oval 98"/>
          <p:cNvSpPr/>
          <p:nvPr/>
        </p:nvSpPr>
        <p:spPr bwMode="auto">
          <a:xfrm>
            <a:off x="164592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0431777" name="Oval 99"/>
          <p:cNvSpPr/>
          <p:nvPr/>
        </p:nvSpPr>
        <p:spPr bwMode="auto">
          <a:xfrm>
            <a:off x="164592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7961982" name="Oval 100"/>
          <p:cNvSpPr/>
          <p:nvPr/>
        </p:nvSpPr>
        <p:spPr bwMode="auto">
          <a:xfrm>
            <a:off x="164592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687746" name="Oval 101"/>
          <p:cNvSpPr/>
          <p:nvPr/>
        </p:nvSpPr>
        <p:spPr bwMode="auto">
          <a:xfrm>
            <a:off x="164592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6740468" name="Oval 102"/>
          <p:cNvSpPr/>
          <p:nvPr/>
        </p:nvSpPr>
        <p:spPr bwMode="auto">
          <a:xfrm>
            <a:off x="164592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058724" name="Oval 103"/>
          <p:cNvSpPr/>
          <p:nvPr/>
        </p:nvSpPr>
        <p:spPr bwMode="auto">
          <a:xfrm>
            <a:off x="174116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4598672" name="Oval 104"/>
          <p:cNvSpPr/>
          <p:nvPr/>
        </p:nvSpPr>
        <p:spPr bwMode="auto">
          <a:xfrm>
            <a:off x="164592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8057952" name="Oval 105"/>
          <p:cNvSpPr/>
          <p:nvPr/>
        </p:nvSpPr>
        <p:spPr bwMode="auto">
          <a:xfrm>
            <a:off x="164592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2274670" name="Oval 106"/>
          <p:cNvSpPr/>
          <p:nvPr/>
        </p:nvSpPr>
        <p:spPr bwMode="auto">
          <a:xfrm>
            <a:off x="164592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2173361" name="Oval 107"/>
          <p:cNvSpPr/>
          <p:nvPr/>
        </p:nvSpPr>
        <p:spPr bwMode="auto">
          <a:xfrm>
            <a:off x="164592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3517432" name="Oval 108"/>
          <p:cNvSpPr/>
          <p:nvPr/>
        </p:nvSpPr>
        <p:spPr bwMode="auto">
          <a:xfrm>
            <a:off x="164592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2259440" name="Oval 109"/>
          <p:cNvSpPr/>
          <p:nvPr/>
        </p:nvSpPr>
        <p:spPr bwMode="auto">
          <a:xfrm>
            <a:off x="164592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1895337" name="Oval 110"/>
          <p:cNvSpPr/>
          <p:nvPr/>
        </p:nvSpPr>
        <p:spPr bwMode="auto">
          <a:xfrm>
            <a:off x="164592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5846395" name="Oval 111"/>
          <p:cNvSpPr/>
          <p:nvPr/>
        </p:nvSpPr>
        <p:spPr bwMode="auto">
          <a:xfrm>
            <a:off x="164592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687623" name="Oval 112"/>
          <p:cNvSpPr/>
          <p:nvPr/>
        </p:nvSpPr>
        <p:spPr bwMode="auto">
          <a:xfrm>
            <a:off x="192024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3139593" name="Oval 113"/>
          <p:cNvSpPr/>
          <p:nvPr/>
        </p:nvSpPr>
        <p:spPr bwMode="auto">
          <a:xfrm>
            <a:off x="192024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019828" name="Oval 114"/>
          <p:cNvSpPr/>
          <p:nvPr/>
        </p:nvSpPr>
        <p:spPr bwMode="auto">
          <a:xfrm>
            <a:off x="192024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481180" name="Oval 115"/>
          <p:cNvSpPr/>
          <p:nvPr/>
        </p:nvSpPr>
        <p:spPr bwMode="auto">
          <a:xfrm>
            <a:off x="192024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619338" name="Oval 116"/>
          <p:cNvSpPr/>
          <p:nvPr/>
        </p:nvSpPr>
        <p:spPr bwMode="auto">
          <a:xfrm>
            <a:off x="192024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0948650" name="Oval 117"/>
          <p:cNvSpPr/>
          <p:nvPr/>
        </p:nvSpPr>
        <p:spPr bwMode="auto">
          <a:xfrm>
            <a:off x="192024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3624782" name="Oval 118"/>
          <p:cNvSpPr/>
          <p:nvPr/>
        </p:nvSpPr>
        <p:spPr bwMode="auto">
          <a:xfrm>
            <a:off x="192024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9061210" name="Oval 119"/>
          <p:cNvSpPr/>
          <p:nvPr/>
        </p:nvSpPr>
        <p:spPr bwMode="auto">
          <a:xfrm>
            <a:off x="192024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7506970" name="Oval 120"/>
          <p:cNvSpPr/>
          <p:nvPr/>
        </p:nvSpPr>
        <p:spPr bwMode="auto">
          <a:xfrm>
            <a:off x="192024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9224196" name="Oval 121"/>
          <p:cNvSpPr/>
          <p:nvPr/>
        </p:nvSpPr>
        <p:spPr bwMode="auto">
          <a:xfrm>
            <a:off x="192024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8853372" name="Oval 122"/>
          <p:cNvSpPr/>
          <p:nvPr/>
        </p:nvSpPr>
        <p:spPr bwMode="auto">
          <a:xfrm>
            <a:off x="192024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2466365" name="Oval 123"/>
          <p:cNvSpPr/>
          <p:nvPr/>
        </p:nvSpPr>
        <p:spPr bwMode="auto">
          <a:xfrm>
            <a:off x="192024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3316005" name="Oval 124"/>
          <p:cNvSpPr/>
          <p:nvPr/>
        </p:nvSpPr>
        <p:spPr bwMode="auto">
          <a:xfrm>
            <a:off x="192024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5829629" name="Oval 125"/>
          <p:cNvSpPr/>
          <p:nvPr/>
        </p:nvSpPr>
        <p:spPr bwMode="auto">
          <a:xfrm>
            <a:off x="201548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0191991" name="Oval 126"/>
          <p:cNvSpPr/>
          <p:nvPr/>
        </p:nvSpPr>
        <p:spPr bwMode="auto">
          <a:xfrm>
            <a:off x="192024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7581507" name="Oval 127"/>
          <p:cNvSpPr/>
          <p:nvPr/>
        </p:nvSpPr>
        <p:spPr bwMode="auto">
          <a:xfrm>
            <a:off x="192024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6192970" name="Oval 128"/>
          <p:cNvSpPr/>
          <p:nvPr/>
        </p:nvSpPr>
        <p:spPr bwMode="auto">
          <a:xfrm>
            <a:off x="192024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9060990" name="Oval 129"/>
          <p:cNvSpPr/>
          <p:nvPr/>
        </p:nvSpPr>
        <p:spPr bwMode="auto">
          <a:xfrm>
            <a:off x="192024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7131296" name="Oval 130"/>
          <p:cNvSpPr/>
          <p:nvPr/>
        </p:nvSpPr>
        <p:spPr bwMode="auto">
          <a:xfrm>
            <a:off x="192024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7400942" name="Oval 131"/>
          <p:cNvSpPr/>
          <p:nvPr/>
        </p:nvSpPr>
        <p:spPr bwMode="auto">
          <a:xfrm>
            <a:off x="192024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6457143" name="Oval 132"/>
          <p:cNvSpPr/>
          <p:nvPr/>
        </p:nvSpPr>
        <p:spPr bwMode="auto">
          <a:xfrm>
            <a:off x="192024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7752505" name="Oval 133"/>
          <p:cNvSpPr/>
          <p:nvPr/>
        </p:nvSpPr>
        <p:spPr bwMode="auto">
          <a:xfrm>
            <a:off x="192024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9108168" name="Oval 134"/>
          <p:cNvSpPr/>
          <p:nvPr/>
        </p:nvSpPr>
        <p:spPr bwMode="auto">
          <a:xfrm>
            <a:off x="219456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6584594" name="Oval 135"/>
          <p:cNvSpPr/>
          <p:nvPr/>
        </p:nvSpPr>
        <p:spPr bwMode="auto">
          <a:xfrm>
            <a:off x="219456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2500277" name="Oval 136"/>
          <p:cNvSpPr/>
          <p:nvPr/>
        </p:nvSpPr>
        <p:spPr bwMode="auto">
          <a:xfrm>
            <a:off x="219456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1640759" name="Oval 137"/>
          <p:cNvSpPr/>
          <p:nvPr/>
        </p:nvSpPr>
        <p:spPr bwMode="auto">
          <a:xfrm>
            <a:off x="219456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3380695" name="Oval 138"/>
          <p:cNvSpPr/>
          <p:nvPr/>
        </p:nvSpPr>
        <p:spPr bwMode="auto">
          <a:xfrm>
            <a:off x="219456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0686544" name="Oval 139"/>
          <p:cNvSpPr/>
          <p:nvPr/>
        </p:nvSpPr>
        <p:spPr bwMode="auto">
          <a:xfrm>
            <a:off x="219456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635986" name="Oval 140"/>
          <p:cNvSpPr/>
          <p:nvPr/>
        </p:nvSpPr>
        <p:spPr bwMode="auto">
          <a:xfrm>
            <a:off x="219456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3253110" name="Oval 141"/>
          <p:cNvSpPr/>
          <p:nvPr/>
        </p:nvSpPr>
        <p:spPr bwMode="auto">
          <a:xfrm>
            <a:off x="219456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4993350" name="Oval 142"/>
          <p:cNvSpPr/>
          <p:nvPr/>
        </p:nvSpPr>
        <p:spPr bwMode="auto">
          <a:xfrm>
            <a:off x="219456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701589" name="Oval 143"/>
          <p:cNvSpPr/>
          <p:nvPr/>
        </p:nvSpPr>
        <p:spPr bwMode="auto">
          <a:xfrm>
            <a:off x="219456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6244237" name="Oval 144"/>
          <p:cNvSpPr/>
          <p:nvPr/>
        </p:nvSpPr>
        <p:spPr bwMode="auto">
          <a:xfrm>
            <a:off x="219456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9587599" name="Oval 145"/>
          <p:cNvSpPr/>
          <p:nvPr/>
        </p:nvSpPr>
        <p:spPr bwMode="auto">
          <a:xfrm>
            <a:off x="219456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7125186" name="Oval 146"/>
          <p:cNvSpPr/>
          <p:nvPr/>
        </p:nvSpPr>
        <p:spPr bwMode="auto">
          <a:xfrm>
            <a:off x="219456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5241723" name="Oval 147"/>
          <p:cNvSpPr/>
          <p:nvPr/>
        </p:nvSpPr>
        <p:spPr bwMode="auto">
          <a:xfrm>
            <a:off x="228980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3143344" name="Oval 148"/>
          <p:cNvSpPr/>
          <p:nvPr/>
        </p:nvSpPr>
        <p:spPr bwMode="auto">
          <a:xfrm>
            <a:off x="219456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9544695" name="Oval 149"/>
          <p:cNvSpPr/>
          <p:nvPr/>
        </p:nvSpPr>
        <p:spPr bwMode="auto">
          <a:xfrm>
            <a:off x="219456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9344152" name="Oval 150"/>
          <p:cNvSpPr/>
          <p:nvPr/>
        </p:nvSpPr>
        <p:spPr bwMode="auto">
          <a:xfrm>
            <a:off x="219456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3450449" name="Oval 151"/>
          <p:cNvSpPr/>
          <p:nvPr/>
        </p:nvSpPr>
        <p:spPr bwMode="auto">
          <a:xfrm>
            <a:off x="219456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1722047" name="Oval 152"/>
          <p:cNvSpPr/>
          <p:nvPr/>
        </p:nvSpPr>
        <p:spPr bwMode="auto">
          <a:xfrm>
            <a:off x="219456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4969173" name="Oval 153"/>
          <p:cNvSpPr/>
          <p:nvPr/>
        </p:nvSpPr>
        <p:spPr bwMode="auto">
          <a:xfrm>
            <a:off x="219456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5169562" name="Oval 154"/>
          <p:cNvSpPr/>
          <p:nvPr/>
        </p:nvSpPr>
        <p:spPr bwMode="auto">
          <a:xfrm>
            <a:off x="219456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9439963" name="Oval 155"/>
          <p:cNvSpPr/>
          <p:nvPr/>
        </p:nvSpPr>
        <p:spPr bwMode="auto">
          <a:xfrm>
            <a:off x="219456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2385084" name="Oval 156"/>
          <p:cNvSpPr/>
          <p:nvPr/>
        </p:nvSpPr>
        <p:spPr bwMode="auto">
          <a:xfrm>
            <a:off x="246888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1412526" name="Oval 157"/>
          <p:cNvSpPr/>
          <p:nvPr/>
        </p:nvSpPr>
        <p:spPr bwMode="auto">
          <a:xfrm>
            <a:off x="246888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1679489" name="Oval 158"/>
          <p:cNvSpPr/>
          <p:nvPr/>
        </p:nvSpPr>
        <p:spPr bwMode="auto">
          <a:xfrm>
            <a:off x="246888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2441530" name="Oval 159"/>
          <p:cNvSpPr/>
          <p:nvPr/>
        </p:nvSpPr>
        <p:spPr bwMode="auto">
          <a:xfrm>
            <a:off x="246888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1690827" name="Oval 160"/>
          <p:cNvSpPr/>
          <p:nvPr/>
        </p:nvSpPr>
        <p:spPr bwMode="auto">
          <a:xfrm>
            <a:off x="246888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7356735" name="Oval 161"/>
          <p:cNvSpPr/>
          <p:nvPr/>
        </p:nvSpPr>
        <p:spPr bwMode="auto">
          <a:xfrm>
            <a:off x="246888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694856" name="Oval 162"/>
          <p:cNvSpPr/>
          <p:nvPr/>
        </p:nvSpPr>
        <p:spPr bwMode="auto">
          <a:xfrm>
            <a:off x="246888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5626151" name="Oval 163"/>
          <p:cNvSpPr/>
          <p:nvPr/>
        </p:nvSpPr>
        <p:spPr bwMode="auto">
          <a:xfrm>
            <a:off x="246888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3076617" name="Oval 164"/>
          <p:cNvSpPr/>
          <p:nvPr/>
        </p:nvSpPr>
        <p:spPr bwMode="auto">
          <a:xfrm>
            <a:off x="246888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2653177" name="Oval 165"/>
          <p:cNvSpPr/>
          <p:nvPr/>
        </p:nvSpPr>
        <p:spPr bwMode="auto">
          <a:xfrm>
            <a:off x="246888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9180660" name="Oval 166"/>
          <p:cNvSpPr/>
          <p:nvPr/>
        </p:nvSpPr>
        <p:spPr bwMode="auto">
          <a:xfrm>
            <a:off x="246888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2399176" name="Oval 167"/>
          <p:cNvSpPr/>
          <p:nvPr/>
        </p:nvSpPr>
        <p:spPr bwMode="auto">
          <a:xfrm>
            <a:off x="246888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3264533" name="Oval 168"/>
          <p:cNvSpPr/>
          <p:nvPr/>
        </p:nvSpPr>
        <p:spPr bwMode="auto">
          <a:xfrm>
            <a:off x="246888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7014712" name="Oval 169"/>
          <p:cNvSpPr/>
          <p:nvPr/>
        </p:nvSpPr>
        <p:spPr bwMode="auto">
          <a:xfrm>
            <a:off x="256412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5495631" name="Oval 170"/>
          <p:cNvSpPr/>
          <p:nvPr/>
        </p:nvSpPr>
        <p:spPr bwMode="auto">
          <a:xfrm>
            <a:off x="246888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812888" name="Oval 171"/>
          <p:cNvSpPr/>
          <p:nvPr/>
        </p:nvSpPr>
        <p:spPr bwMode="auto">
          <a:xfrm>
            <a:off x="246888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9271117" name="Oval 172"/>
          <p:cNvSpPr/>
          <p:nvPr/>
        </p:nvSpPr>
        <p:spPr bwMode="auto">
          <a:xfrm>
            <a:off x="246888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9281448" name="Oval 173"/>
          <p:cNvSpPr/>
          <p:nvPr/>
        </p:nvSpPr>
        <p:spPr bwMode="auto">
          <a:xfrm>
            <a:off x="246888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0774180" name="Oval 174"/>
          <p:cNvSpPr/>
          <p:nvPr/>
        </p:nvSpPr>
        <p:spPr bwMode="auto">
          <a:xfrm>
            <a:off x="246888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0434220" name="Oval 175"/>
          <p:cNvSpPr/>
          <p:nvPr/>
        </p:nvSpPr>
        <p:spPr bwMode="auto">
          <a:xfrm>
            <a:off x="246888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0886528" name="Oval 176"/>
          <p:cNvSpPr/>
          <p:nvPr/>
        </p:nvSpPr>
        <p:spPr bwMode="auto">
          <a:xfrm>
            <a:off x="246888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4579390" name="Oval 177"/>
          <p:cNvSpPr/>
          <p:nvPr/>
        </p:nvSpPr>
        <p:spPr bwMode="auto">
          <a:xfrm>
            <a:off x="246888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4744202" name="Oval 178"/>
          <p:cNvSpPr/>
          <p:nvPr/>
        </p:nvSpPr>
        <p:spPr bwMode="auto">
          <a:xfrm>
            <a:off x="274320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6544048" name="Oval 179"/>
          <p:cNvSpPr/>
          <p:nvPr/>
        </p:nvSpPr>
        <p:spPr bwMode="auto">
          <a:xfrm>
            <a:off x="274320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8384745" name="Oval 180"/>
          <p:cNvSpPr/>
          <p:nvPr/>
        </p:nvSpPr>
        <p:spPr bwMode="auto">
          <a:xfrm>
            <a:off x="274320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4834854" name="Oval 181"/>
          <p:cNvSpPr/>
          <p:nvPr/>
        </p:nvSpPr>
        <p:spPr bwMode="auto">
          <a:xfrm>
            <a:off x="274320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362874" name="Oval 182"/>
          <p:cNvSpPr/>
          <p:nvPr/>
        </p:nvSpPr>
        <p:spPr bwMode="auto">
          <a:xfrm>
            <a:off x="274320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7047415" name="Oval 183"/>
          <p:cNvSpPr/>
          <p:nvPr/>
        </p:nvSpPr>
        <p:spPr bwMode="auto">
          <a:xfrm>
            <a:off x="274320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1719347" name="Oval 184"/>
          <p:cNvSpPr/>
          <p:nvPr/>
        </p:nvSpPr>
        <p:spPr bwMode="auto">
          <a:xfrm>
            <a:off x="274320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0221748" name="Oval 185"/>
          <p:cNvSpPr/>
          <p:nvPr/>
        </p:nvSpPr>
        <p:spPr bwMode="auto">
          <a:xfrm>
            <a:off x="274320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8821554" name="Oval 186"/>
          <p:cNvSpPr/>
          <p:nvPr/>
        </p:nvSpPr>
        <p:spPr bwMode="auto">
          <a:xfrm>
            <a:off x="274320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8200463" name="Oval 187"/>
          <p:cNvSpPr/>
          <p:nvPr/>
        </p:nvSpPr>
        <p:spPr bwMode="auto">
          <a:xfrm>
            <a:off x="274320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8251950" name="Oval 188"/>
          <p:cNvSpPr/>
          <p:nvPr/>
        </p:nvSpPr>
        <p:spPr bwMode="auto">
          <a:xfrm>
            <a:off x="274320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8012293" name="Oval 189"/>
          <p:cNvSpPr/>
          <p:nvPr/>
        </p:nvSpPr>
        <p:spPr bwMode="auto">
          <a:xfrm>
            <a:off x="274320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2436296" name="Oval 190"/>
          <p:cNvSpPr/>
          <p:nvPr/>
        </p:nvSpPr>
        <p:spPr bwMode="auto">
          <a:xfrm>
            <a:off x="274320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6623966" name="Oval 191"/>
          <p:cNvSpPr/>
          <p:nvPr/>
        </p:nvSpPr>
        <p:spPr bwMode="auto">
          <a:xfrm>
            <a:off x="283844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6658590" name="Oval 192"/>
          <p:cNvSpPr/>
          <p:nvPr/>
        </p:nvSpPr>
        <p:spPr bwMode="auto">
          <a:xfrm>
            <a:off x="274320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3613202" name="Oval 193"/>
          <p:cNvSpPr/>
          <p:nvPr/>
        </p:nvSpPr>
        <p:spPr bwMode="auto">
          <a:xfrm>
            <a:off x="274320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0744388" name="Oval 194"/>
          <p:cNvSpPr/>
          <p:nvPr/>
        </p:nvSpPr>
        <p:spPr bwMode="auto">
          <a:xfrm>
            <a:off x="274320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8211845" name="Oval 195"/>
          <p:cNvSpPr/>
          <p:nvPr/>
        </p:nvSpPr>
        <p:spPr bwMode="auto">
          <a:xfrm>
            <a:off x="274320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9541660" name="Oval 196"/>
          <p:cNvSpPr/>
          <p:nvPr/>
        </p:nvSpPr>
        <p:spPr bwMode="auto">
          <a:xfrm>
            <a:off x="274320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3975999" name="Oval 197"/>
          <p:cNvSpPr/>
          <p:nvPr/>
        </p:nvSpPr>
        <p:spPr bwMode="auto">
          <a:xfrm>
            <a:off x="274320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310078" name="Oval 198"/>
          <p:cNvSpPr/>
          <p:nvPr/>
        </p:nvSpPr>
        <p:spPr bwMode="auto">
          <a:xfrm>
            <a:off x="274320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0450519" name="Oval 199"/>
          <p:cNvSpPr/>
          <p:nvPr/>
        </p:nvSpPr>
        <p:spPr bwMode="auto">
          <a:xfrm>
            <a:off x="274320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113450" name="Oval 200"/>
          <p:cNvSpPr/>
          <p:nvPr/>
        </p:nvSpPr>
        <p:spPr bwMode="auto">
          <a:xfrm>
            <a:off x="3017519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1318489" name="Oval 201"/>
          <p:cNvSpPr/>
          <p:nvPr/>
        </p:nvSpPr>
        <p:spPr bwMode="auto">
          <a:xfrm>
            <a:off x="3017519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3949852" name="Oval 202"/>
          <p:cNvSpPr/>
          <p:nvPr/>
        </p:nvSpPr>
        <p:spPr bwMode="auto">
          <a:xfrm>
            <a:off x="3017519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0771295" name="Oval 203"/>
          <p:cNvSpPr/>
          <p:nvPr/>
        </p:nvSpPr>
        <p:spPr bwMode="auto">
          <a:xfrm>
            <a:off x="3017519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7223196" name="Oval 204"/>
          <p:cNvSpPr/>
          <p:nvPr/>
        </p:nvSpPr>
        <p:spPr bwMode="auto">
          <a:xfrm>
            <a:off x="3017519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0236242" name="Oval 205"/>
          <p:cNvSpPr/>
          <p:nvPr/>
        </p:nvSpPr>
        <p:spPr bwMode="auto">
          <a:xfrm>
            <a:off x="3017519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492281" name="Oval 206"/>
          <p:cNvSpPr/>
          <p:nvPr/>
        </p:nvSpPr>
        <p:spPr bwMode="auto">
          <a:xfrm>
            <a:off x="3017519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0941559" name="Oval 207"/>
          <p:cNvSpPr/>
          <p:nvPr/>
        </p:nvSpPr>
        <p:spPr bwMode="auto">
          <a:xfrm>
            <a:off x="3017519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5938361" name="Oval 208"/>
          <p:cNvSpPr/>
          <p:nvPr/>
        </p:nvSpPr>
        <p:spPr bwMode="auto">
          <a:xfrm>
            <a:off x="3017519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7604058" name="Oval 209"/>
          <p:cNvSpPr/>
          <p:nvPr/>
        </p:nvSpPr>
        <p:spPr bwMode="auto">
          <a:xfrm>
            <a:off x="3017519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6519538" name="Oval 210"/>
          <p:cNvSpPr/>
          <p:nvPr/>
        </p:nvSpPr>
        <p:spPr bwMode="auto">
          <a:xfrm>
            <a:off x="3017519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7273552" name="Oval 211"/>
          <p:cNvSpPr/>
          <p:nvPr/>
        </p:nvSpPr>
        <p:spPr bwMode="auto">
          <a:xfrm>
            <a:off x="3017519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5415172" name="Oval 212"/>
          <p:cNvSpPr/>
          <p:nvPr/>
        </p:nvSpPr>
        <p:spPr bwMode="auto">
          <a:xfrm>
            <a:off x="3017519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0145442" name="Oval 213"/>
          <p:cNvSpPr/>
          <p:nvPr/>
        </p:nvSpPr>
        <p:spPr bwMode="auto">
          <a:xfrm>
            <a:off x="311276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7428020" name="Oval 214"/>
          <p:cNvSpPr/>
          <p:nvPr/>
        </p:nvSpPr>
        <p:spPr bwMode="auto">
          <a:xfrm>
            <a:off x="3017519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8174442" name="Oval 215"/>
          <p:cNvSpPr/>
          <p:nvPr/>
        </p:nvSpPr>
        <p:spPr bwMode="auto">
          <a:xfrm>
            <a:off x="3017519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9094069" name="Oval 216"/>
          <p:cNvSpPr/>
          <p:nvPr/>
        </p:nvSpPr>
        <p:spPr bwMode="auto">
          <a:xfrm>
            <a:off x="3017519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4162249" name="Oval 217"/>
          <p:cNvSpPr/>
          <p:nvPr/>
        </p:nvSpPr>
        <p:spPr bwMode="auto">
          <a:xfrm>
            <a:off x="3017519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013290" name="Oval 218"/>
          <p:cNvSpPr/>
          <p:nvPr/>
        </p:nvSpPr>
        <p:spPr bwMode="auto">
          <a:xfrm>
            <a:off x="3017519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7571196" name="Oval 219"/>
          <p:cNvSpPr/>
          <p:nvPr/>
        </p:nvSpPr>
        <p:spPr bwMode="auto">
          <a:xfrm>
            <a:off x="3017519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0641342" name="Oval 220"/>
          <p:cNvSpPr/>
          <p:nvPr/>
        </p:nvSpPr>
        <p:spPr bwMode="auto">
          <a:xfrm>
            <a:off x="3017519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1000256" name="Oval 221"/>
          <p:cNvSpPr/>
          <p:nvPr/>
        </p:nvSpPr>
        <p:spPr bwMode="auto">
          <a:xfrm>
            <a:off x="3017519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2420933" name="Oval 222"/>
          <p:cNvSpPr/>
          <p:nvPr/>
        </p:nvSpPr>
        <p:spPr bwMode="auto">
          <a:xfrm>
            <a:off x="329184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492110" name="Oval 223"/>
          <p:cNvSpPr/>
          <p:nvPr/>
        </p:nvSpPr>
        <p:spPr bwMode="auto">
          <a:xfrm>
            <a:off x="329184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5567399" name="Oval 224"/>
          <p:cNvSpPr/>
          <p:nvPr/>
        </p:nvSpPr>
        <p:spPr bwMode="auto">
          <a:xfrm>
            <a:off x="329184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3020608" name="Oval 225"/>
          <p:cNvSpPr/>
          <p:nvPr/>
        </p:nvSpPr>
        <p:spPr bwMode="auto">
          <a:xfrm>
            <a:off x="329184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8275440" name="Oval 226"/>
          <p:cNvSpPr/>
          <p:nvPr/>
        </p:nvSpPr>
        <p:spPr bwMode="auto">
          <a:xfrm>
            <a:off x="329184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7609" name="Oval 227"/>
          <p:cNvSpPr/>
          <p:nvPr/>
        </p:nvSpPr>
        <p:spPr bwMode="auto">
          <a:xfrm>
            <a:off x="329184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4614715" name="Oval 228"/>
          <p:cNvSpPr/>
          <p:nvPr/>
        </p:nvSpPr>
        <p:spPr bwMode="auto">
          <a:xfrm>
            <a:off x="329184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627464" name="Oval 229"/>
          <p:cNvSpPr/>
          <p:nvPr/>
        </p:nvSpPr>
        <p:spPr bwMode="auto">
          <a:xfrm>
            <a:off x="329184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4832569" name="Oval 230"/>
          <p:cNvSpPr/>
          <p:nvPr/>
        </p:nvSpPr>
        <p:spPr bwMode="auto">
          <a:xfrm>
            <a:off x="329184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047922" name="Oval 231"/>
          <p:cNvSpPr/>
          <p:nvPr/>
        </p:nvSpPr>
        <p:spPr bwMode="auto">
          <a:xfrm>
            <a:off x="329184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0534935" name="Oval 232"/>
          <p:cNvSpPr/>
          <p:nvPr/>
        </p:nvSpPr>
        <p:spPr bwMode="auto">
          <a:xfrm>
            <a:off x="329184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1227855" name="Oval 233"/>
          <p:cNvSpPr/>
          <p:nvPr/>
        </p:nvSpPr>
        <p:spPr bwMode="auto">
          <a:xfrm>
            <a:off x="329184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4003737" name="Oval 234"/>
          <p:cNvSpPr/>
          <p:nvPr/>
        </p:nvSpPr>
        <p:spPr bwMode="auto">
          <a:xfrm>
            <a:off x="329184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4925183" name="Oval 235"/>
          <p:cNvSpPr/>
          <p:nvPr/>
        </p:nvSpPr>
        <p:spPr bwMode="auto">
          <a:xfrm>
            <a:off x="338708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4718311" name="Oval 236"/>
          <p:cNvSpPr/>
          <p:nvPr/>
        </p:nvSpPr>
        <p:spPr bwMode="auto">
          <a:xfrm>
            <a:off x="329184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7865441" name="Oval 237"/>
          <p:cNvSpPr/>
          <p:nvPr/>
        </p:nvSpPr>
        <p:spPr bwMode="auto">
          <a:xfrm>
            <a:off x="329184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2517467" name="Oval 238"/>
          <p:cNvSpPr/>
          <p:nvPr/>
        </p:nvSpPr>
        <p:spPr bwMode="auto">
          <a:xfrm>
            <a:off x="329184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2511253" name="Oval 239"/>
          <p:cNvSpPr/>
          <p:nvPr/>
        </p:nvSpPr>
        <p:spPr bwMode="auto">
          <a:xfrm>
            <a:off x="329184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6220503" name="Oval 240"/>
          <p:cNvSpPr/>
          <p:nvPr/>
        </p:nvSpPr>
        <p:spPr bwMode="auto">
          <a:xfrm>
            <a:off x="329184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4657105" name="Oval 241"/>
          <p:cNvSpPr/>
          <p:nvPr/>
        </p:nvSpPr>
        <p:spPr bwMode="auto">
          <a:xfrm>
            <a:off x="329184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0926858" name="Oval 242"/>
          <p:cNvSpPr/>
          <p:nvPr/>
        </p:nvSpPr>
        <p:spPr bwMode="auto">
          <a:xfrm>
            <a:off x="329184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9951460" name="Oval 243"/>
          <p:cNvSpPr/>
          <p:nvPr/>
        </p:nvSpPr>
        <p:spPr bwMode="auto">
          <a:xfrm>
            <a:off x="329184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9118777" name="Oval 244"/>
          <p:cNvSpPr/>
          <p:nvPr/>
        </p:nvSpPr>
        <p:spPr bwMode="auto">
          <a:xfrm>
            <a:off x="356616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6236623" name="Oval 245"/>
          <p:cNvSpPr/>
          <p:nvPr/>
        </p:nvSpPr>
        <p:spPr bwMode="auto">
          <a:xfrm>
            <a:off x="356616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4982874" name="Oval 246"/>
          <p:cNvSpPr/>
          <p:nvPr/>
        </p:nvSpPr>
        <p:spPr bwMode="auto">
          <a:xfrm>
            <a:off x="356616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5831628" name="Oval 247"/>
          <p:cNvSpPr/>
          <p:nvPr/>
        </p:nvSpPr>
        <p:spPr bwMode="auto">
          <a:xfrm>
            <a:off x="356616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4941956" name="Oval 248"/>
          <p:cNvSpPr/>
          <p:nvPr/>
        </p:nvSpPr>
        <p:spPr bwMode="auto">
          <a:xfrm>
            <a:off x="356616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935203" name="Oval 249"/>
          <p:cNvSpPr/>
          <p:nvPr/>
        </p:nvSpPr>
        <p:spPr bwMode="auto">
          <a:xfrm>
            <a:off x="356616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7020438" name="Oval 250"/>
          <p:cNvSpPr/>
          <p:nvPr/>
        </p:nvSpPr>
        <p:spPr bwMode="auto">
          <a:xfrm>
            <a:off x="356616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2983971" name="Oval 251"/>
          <p:cNvSpPr/>
          <p:nvPr/>
        </p:nvSpPr>
        <p:spPr bwMode="auto">
          <a:xfrm>
            <a:off x="356616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0501207" name="Oval 252"/>
          <p:cNvSpPr/>
          <p:nvPr/>
        </p:nvSpPr>
        <p:spPr bwMode="auto">
          <a:xfrm>
            <a:off x="356616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0623163" name="Oval 253"/>
          <p:cNvSpPr/>
          <p:nvPr/>
        </p:nvSpPr>
        <p:spPr bwMode="auto">
          <a:xfrm>
            <a:off x="356616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4474332" name="Oval 254"/>
          <p:cNvSpPr/>
          <p:nvPr/>
        </p:nvSpPr>
        <p:spPr bwMode="auto">
          <a:xfrm>
            <a:off x="356616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9209586" name="Oval 255"/>
          <p:cNvSpPr/>
          <p:nvPr/>
        </p:nvSpPr>
        <p:spPr bwMode="auto">
          <a:xfrm>
            <a:off x="356616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2458033" name="Oval 256"/>
          <p:cNvSpPr/>
          <p:nvPr/>
        </p:nvSpPr>
        <p:spPr bwMode="auto">
          <a:xfrm>
            <a:off x="356616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26599" name="Oval 257"/>
          <p:cNvSpPr/>
          <p:nvPr/>
        </p:nvSpPr>
        <p:spPr bwMode="auto">
          <a:xfrm>
            <a:off x="366140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8787287" name="Oval 258"/>
          <p:cNvSpPr/>
          <p:nvPr/>
        </p:nvSpPr>
        <p:spPr bwMode="auto">
          <a:xfrm>
            <a:off x="356616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541195" name="Oval 259"/>
          <p:cNvSpPr/>
          <p:nvPr/>
        </p:nvSpPr>
        <p:spPr bwMode="auto">
          <a:xfrm>
            <a:off x="356616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4467393" name="Oval 260"/>
          <p:cNvSpPr/>
          <p:nvPr/>
        </p:nvSpPr>
        <p:spPr bwMode="auto">
          <a:xfrm>
            <a:off x="356616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2220525" name="Oval 261"/>
          <p:cNvSpPr/>
          <p:nvPr/>
        </p:nvSpPr>
        <p:spPr bwMode="auto">
          <a:xfrm>
            <a:off x="356616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8695414" name="Oval 262"/>
          <p:cNvSpPr/>
          <p:nvPr/>
        </p:nvSpPr>
        <p:spPr bwMode="auto">
          <a:xfrm>
            <a:off x="356616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0159941" name="Oval 263"/>
          <p:cNvSpPr/>
          <p:nvPr/>
        </p:nvSpPr>
        <p:spPr bwMode="auto">
          <a:xfrm>
            <a:off x="356616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3611060" name="Oval 264"/>
          <p:cNvSpPr/>
          <p:nvPr/>
        </p:nvSpPr>
        <p:spPr bwMode="auto">
          <a:xfrm>
            <a:off x="356616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7305644" name="Oval 265"/>
          <p:cNvSpPr/>
          <p:nvPr/>
        </p:nvSpPr>
        <p:spPr bwMode="auto">
          <a:xfrm>
            <a:off x="356616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2353114" name="Oval 266"/>
          <p:cNvSpPr/>
          <p:nvPr/>
        </p:nvSpPr>
        <p:spPr bwMode="auto">
          <a:xfrm>
            <a:off x="384048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7523900" name="Oval 267"/>
          <p:cNvSpPr/>
          <p:nvPr/>
        </p:nvSpPr>
        <p:spPr bwMode="auto">
          <a:xfrm>
            <a:off x="384048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0397024" name="Oval 268"/>
          <p:cNvSpPr/>
          <p:nvPr/>
        </p:nvSpPr>
        <p:spPr bwMode="auto">
          <a:xfrm>
            <a:off x="384048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5355420" name="Oval 269"/>
          <p:cNvSpPr/>
          <p:nvPr/>
        </p:nvSpPr>
        <p:spPr bwMode="auto">
          <a:xfrm>
            <a:off x="384048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8391118" name="Oval 270"/>
          <p:cNvSpPr/>
          <p:nvPr/>
        </p:nvSpPr>
        <p:spPr bwMode="auto">
          <a:xfrm>
            <a:off x="384048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1270815" name="Oval 271"/>
          <p:cNvSpPr/>
          <p:nvPr/>
        </p:nvSpPr>
        <p:spPr bwMode="auto">
          <a:xfrm>
            <a:off x="384048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2524907" name="Oval 272"/>
          <p:cNvSpPr/>
          <p:nvPr/>
        </p:nvSpPr>
        <p:spPr bwMode="auto">
          <a:xfrm>
            <a:off x="384048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8266740" name="Oval 273"/>
          <p:cNvSpPr/>
          <p:nvPr/>
        </p:nvSpPr>
        <p:spPr bwMode="auto">
          <a:xfrm>
            <a:off x="384048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4229187" name="Oval 274"/>
          <p:cNvSpPr/>
          <p:nvPr/>
        </p:nvSpPr>
        <p:spPr bwMode="auto">
          <a:xfrm>
            <a:off x="384048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9518846" name="Oval 275"/>
          <p:cNvSpPr/>
          <p:nvPr/>
        </p:nvSpPr>
        <p:spPr bwMode="auto">
          <a:xfrm>
            <a:off x="384048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0844193" name="Oval 276"/>
          <p:cNvSpPr/>
          <p:nvPr/>
        </p:nvSpPr>
        <p:spPr bwMode="auto">
          <a:xfrm>
            <a:off x="384048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9940639" name="Oval 277"/>
          <p:cNvSpPr/>
          <p:nvPr/>
        </p:nvSpPr>
        <p:spPr bwMode="auto">
          <a:xfrm>
            <a:off x="384048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6272626" name="Oval 278"/>
          <p:cNvSpPr/>
          <p:nvPr/>
        </p:nvSpPr>
        <p:spPr bwMode="auto">
          <a:xfrm>
            <a:off x="384048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5155509" name="Oval 279"/>
          <p:cNvSpPr/>
          <p:nvPr/>
        </p:nvSpPr>
        <p:spPr bwMode="auto">
          <a:xfrm>
            <a:off x="393572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3254008" name="Oval 280"/>
          <p:cNvSpPr/>
          <p:nvPr/>
        </p:nvSpPr>
        <p:spPr bwMode="auto">
          <a:xfrm>
            <a:off x="384048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0656236" name="Oval 281"/>
          <p:cNvSpPr/>
          <p:nvPr/>
        </p:nvSpPr>
        <p:spPr bwMode="auto">
          <a:xfrm>
            <a:off x="384048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356741" name="Oval 282"/>
          <p:cNvSpPr/>
          <p:nvPr/>
        </p:nvSpPr>
        <p:spPr bwMode="auto">
          <a:xfrm>
            <a:off x="384048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1479277" name="Oval 283"/>
          <p:cNvSpPr/>
          <p:nvPr/>
        </p:nvSpPr>
        <p:spPr bwMode="auto">
          <a:xfrm>
            <a:off x="384048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0008847" name="Oval 284"/>
          <p:cNvSpPr/>
          <p:nvPr/>
        </p:nvSpPr>
        <p:spPr bwMode="auto">
          <a:xfrm>
            <a:off x="384048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4301223" name="Oval 285"/>
          <p:cNvSpPr/>
          <p:nvPr/>
        </p:nvSpPr>
        <p:spPr bwMode="auto">
          <a:xfrm>
            <a:off x="384048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4035150" name="Oval 286"/>
          <p:cNvSpPr/>
          <p:nvPr/>
        </p:nvSpPr>
        <p:spPr bwMode="auto">
          <a:xfrm>
            <a:off x="384048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5944711" name="Oval 287"/>
          <p:cNvSpPr/>
          <p:nvPr/>
        </p:nvSpPr>
        <p:spPr bwMode="auto">
          <a:xfrm>
            <a:off x="384048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1905924" name="Oval 288"/>
          <p:cNvSpPr/>
          <p:nvPr/>
        </p:nvSpPr>
        <p:spPr bwMode="auto">
          <a:xfrm>
            <a:off x="411480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0941899" name="Oval 289"/>
          <p:cNvSpPr/>
          <p:nvPr/>
        </p:nvSpPr>
        <p:spPr bwMode="auto">
          <a:xfrm>
            <a:off x="411480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9714930" name="Oval 290"/>
          <p:cNvSpPr/>
          <p:nvPr/>
        </p:nvSpPr>
        <p:spPr bwMode="auto">
          <a:xfrm>
            <a:off x="411480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4038658" name="Oval 291"/>
          <p:cNvSpPr/>
          <p:nvPr/>
        </p:nvSpPr>
        <p:spPr bwMode="auto">
          <a:xfrm>
            <a:off x="411480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3929565" name="Oval 292"/>
          <p:cNvSpPr/>
          <p:nvPr/>
        </p:nvSpPr>
        <p:spPr bwMode="auto">
          <a:xfrm>
            <a:off x="411480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9430747" name="Oval 293"/>
          <p:cNvSpPr/>
          <p:nvPr/>
        </p:nvSpPr>
        <p:spPr bwMode="auto">
          <a:xfrm>
            <a:off x="411480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2246293" name="Oval 294"/>
          <p:cNvSpPr/>
          <p:nvPr/>
        </p:nvSpPr>
        <p:spPr bwMode="auto">
          <a:xfrm>
            <a:off x="411480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5585061" name="Oval 295"/>
          <p:cNvSpPr/>
          <p:nvPr/>
        </p:nvSpPr>
        <p:spPr bwMode="auto">
          <a:xfrm>
            <a:off x="411480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5943534" name="Oval 296"/>
          <p:cNvSpPr/>
          <p:nvPr/>
        </p:nvSpPr>
        <p:spPr bwMode="auto">
          <a:xfrm>
            <a:off x="411480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9252475" name="Oval 297"/>
          <p:cNvSpPr/>
          <p:nvPr/>
        </p:nvSpPr>
        <p:spPr bwMode="auto">
          <a:xfrm>
            <a:off x="411480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048735" name="Oval 298"/>
          <p:cNvSpPr/>
          <p:nvPr/>
        </p:nvSpPr>
        <p:spPr bwMode="auto">
          <a:xfrm>
            <a:off x="411480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3559209" name="Oval 299"/>
          <p:cNvSpPr/>
          <p:nvPr/>
        </p:nvSpPr>
        <p:spPr bwMode="auto">
          <a:xfrm>
            <a:off x="411480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380019" name="Oval 300"/>
          <p:cNvSpPr/>
          <p:nvPr/>
        </p:nvSpPr>
        <p:spPr bwMode="auto">
          <a:xfrm>
            <a:off x="411480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0091621" name="Oval 301"/>
          <p:cNvSpPr/>
          <p:nvPr/>
        </p:nvSpPr>
        <p:spPr bwMode="auto">
          <a:xfrm>
            <a:off x="421004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3582746" name="Oval 302"/>
          <p:cNvSpPr/>
          <p:nvPr/>
        </p:nvSpPr>
        <p:spPr bwMode="auto">
          <a:xfrm>
            <a:off x="411480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7996352" name="Oval 303"/>
          <p:cNvSpPr/>
          <p:nvPr/>
        </p:nvSpPr>
        <p:spPr bwMode="auto">
          <a:xfrm>
            <a:off x="411480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5964692" name="Oval 304"/>
          <p:cNvSpPr/>
          <p:nvPr/>
        </p:nvSpPr>
        <p:spPr bwMode="auto">
          <a:xfrm>
            <a:off x="411480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0646883" name="Oval 305"/>
          <p:cNvSpPr/>
          <p:nvPr/>
        </p:nvSpPr>
        <p:spPr bwMode="auto">
          <a:xfrm>
            <a:off x="411480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5107598" name="Oval 306"/>
          <p:cNvSpPr/>
          <p:nvPr/>
        </p:nvSpPr>
        <p:spPr bwMode="auto">
          <a:xfrm>
            <a:off x="411480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2385242" name="Oval 307"/>
          <p:cNvSpPr/>
          <p:nvPr/>
        </p:nvSpPr>
        <p:spPr bwMode="auto">
          <a:xfrm>
            <a:off x="411480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655492" name="Oval 308"/>
          <p:cNvSpPr/>
          <p:nvPr/>
        </p:nvSpPr>
        <p:spPr bwMode="auto">
          <a:xfrm>
            <a:off x="411480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642770" name="Oval 309"/>
          <p:cNvSpPr/>
          <p:nvPr/>
        </p:nvSpPr>
        <p:spPr bwMode="auto">
          <a:xfrm>
            <a:off x="411480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7292366" name="Oval 310"/>
          <p:cNvSpPr/>
          <p:nvPr/>
        </p:nvSpPr>
        <p:spPr bwMode="auto">
          <a:xfrm>
            <a:off x="438912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9653716" name="Oval 311"/>
          <p:cNvSpPr/>
          <p:nvPr/>
        </p:nvSpPr>
        <p:spPr bwMode="auto">
          <a:xfrm>
            <a:off x="438912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0939911" name="Oval 312"/>
          <p:cNvSpPr/>
          <p:nvPr/>
        </p:nvSpPr>
        <p:spPr bwMode="auto">
          <a:xfrm>
            <a:off x="438912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0345590" name="Oval 313"/>
          <p:cNvSpPr/>
          <p:nvPr/>
        </p:nvSpPr>
        <p:spPr bwMode="auto">
          <a:xfrm>
            <a:off x="438912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7134322" name="Oval 314"/>
          <p:cNvSpPr/>
          <p:nvPr/>
        </p:nvSpPr>
        <p:spPr bwMode="auto">
          <a:xfrm>
            <a:off x="438912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1967616" name="Oval 315"/>
          <p:cNvSpPr/>
          <p:nvPr/>
        </p:nvSpPr>
        <p:spPr bwMode="auto">
          <a:xfrm>
            <a:off x="438912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0682034" name="Oval 316"/>
          <p:cNvSpPr/>
          <p:nvPr/>
        </p:nvSpPr>
        <p:spPr bwMode="auto">
          <a:xfrm>
            <a:off x="438912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3150906" name="Oval 317"/>
          <p:cNvSpPr/>
          <p:nvPr/>
        </p:nvSpPr>
        <p:spPr bwMode="auto">
          <a:xfrm>
            <a:off x="438912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3215109" name="Oval 318"/>
          <p:cNvSpPr/>
          <p:nvPr/>
        </p:nvSpPr>
        <p:spPr bwMode="auto">
          <a:xfrm>
            <a:off x="438912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859634" name="Oval 319"/>
          <p:cNvSpPr/>
          <p:nvPr/>
        </p:nvSpPr>
        <p:spPr bwMode="auto">
          <a:xfrm>
            <a:off x="438912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368361" name="Oval 320"/>
          <p:cNvSpPr/>
          <p:nvPr/>
        </p:nvSpPr>
        <p:spPr bwMode="auto">
          <a:xfrm>
            <a:off x="438912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6405689" name="Oval 321"/>
          <p:cNvSpPr/>
          <p:nvPr/>
        </p:nvSpPr>
        <p:spPr bwMode="auto">
          <a:xfrm>
            <a:off x="438912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4367182" name="Oval 322"/>
          <p:cNvSpPr/>
          <p:nvPr/>
        </p:nvSpPr>
        <p:spPr bwMode="auto">
          <a:xfrm>
            <a:off x="438912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4167901" name="Oval 323"/>
          <p:cNvSpPr/>
          <p:nvPr/>
        </p:nvSpPr>
        <p:spPr bwMode="auto">
          <a:xfrm>
            <a:off x="448436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5613039" name="Oval 324"/>
          <p:cNvSpPr/>
          <p:nvPr/>
        </p:nvSpPr>
        <p:spPr bwMode="auto">
          <a:xfrm>
            <a:off x="438912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4560849" name="Oval 325"/>
          <p:cNvSpPr/>
          <p:nvPr/>
        </p:nvSpPr>
        <p:spPr bwMode="auto">
          <a:xfrm>
            <a:off x="438912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2797960" name="Oval 326"/>
          <p:cNvSpPr/>
          <p:nvPr/>
        </p:nvSpPr>
        <p:spPr bwMode="auto">
          <a:xfrm>
            <a:off x="438912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2411957" name="Oval 327"/>
          <p:cNvSpPr/>
          <p:nvPr/>
        </p:nvSpPr>
        <p:spPr bwMode="auto">
          <a:xfrm>
            <a:off x="438912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8557205" name="Oval 328"/>
          <p:cNvSpPr/>
          <p:nvPr/>
        </p:nvSpPr>
        <p:spPr bwMode="auto">
          <a:xfrm>
            <a:off x="438912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445477" name="Oval 329"/>
          <p:cNvSpPr/>
          <p:nvPr/>
        </p:nvSpPr>
        <p:spPr bwMode="auto">
          <a:xfrm>
            <a:off x="438912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557570" name="Oval 330"/>
          <p:cNvSpPr/>
          <p:nvPr/>
        </p:nvSpPr>
        <p:spPr bwMode="auto">
          <a:xfrm>
            <a:off x="438912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4164257" name="Oval 331"/>
          <p:cNvSpPr/>
          <p:nvPr/>
        </p:nvSpPr>
        <p:spPr bwMode="auto">
          <a:xfrm>
            <a:off x="438912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429986" name="Oval 332"/>
          <p:cNvSpPr/>
          <p:nvPr/>
        </p:nvSpPr>
        <p:spPr bwMode="auto">
          <a:xfrm>
            <a:off x="466344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2141902" name="Oval 333"/>
          <p:cNvSpPr/>
          <p:nvPr/>
        </p:nvSpPr>
        <p:spPr bwMode="auto">
          <a:xfrm>
            <a:off x="466344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0278042" name="Oval 334"/>
          <p:cNvSpPr/>
          <p:nvPr/>
        </p:nvSpPr>
        <p:spPr bwMode="auto">
          <a:xfrm>
            <a:off x="466344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0282991" name="Oval 335"/>
          <p:cNvSpPr/>
          <p:nvPr/>
        </p:nvSpPr>
        <p:spPr bwMode="auto">
          <a:xfrm>
            <a:off x="466344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2108587" name="Oval 336"/>
          <p:cNvSpPr/>
          <p:nvPr/>
        </p:nvSpPr>
        <p:spPr bwMode="auto">
          <a:xfrm>
            <a:off x="466344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570553" name="Oval 337"/>
          <p:cNvSpPr/>
          <p:nvPr/>
        </p:nvSpPr>
        <p:spPr bwMode="auto">
          <a:xfrm>
            <a:off x="466344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3047493" name="Oval 338"/>
          <p:cNvSpPr/>
          <p:nvPr/>
        </p:nvSpPr>
        <p:spPr bwMode="auto">
          <a:xfrm>
            <a:off x="466344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4712093" name="Oval 339"/>
          <p:cNvSpPr/>
          <p:nvPr/>
        </p:nvSpPr>
        <p:spPr bwMode="auto">
          <a:xfrm>
            <a:off x="466344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0837342" name="Oval 340"/>
          <p:cNvSpPr/>
          <p:nvPr/>
        </p:nvSpPr>
        <p:spPr bwMode="auto">
          <a:xfrm>
            <a:off x="466344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6084147" name="Oval 341"/>
          <p:cNvSpPr/>
          <p:nvPr/>
        </p:nvSpPr>
        <p:spPr bwMode="auto">
          <a:xfrm>
            <a:off x="466344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9469824" name="Oval 342"/>
          <p:cNvSpPr/>
          <p:nvPr/>
        </p:nvSpPr>
        <p:spPr bwMode="auto">
          <a:xfrm>
            <a:off x="466344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0003458" name="Oval 343"/>
          <p:cNvSpPr/>
          <p:nvPr/>
        </p:nvSpPr>
        <p:spPr bwMode="auto">
          <a:xfrm>
            <a:off x="466344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6455731" name="Oval 344"/>
          <p:cNvSpPr/>
          <p:nvPr/>
        </p:nvSpPr>
        <p:spPr bwMode="auto">
          <a:xfrm>
            <a:off x="466344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7346659" name="Oval 345"/>
          <p:cNvSpPr/>
          <p:nvPr/>
        </p:nvSpPr>
        <p:spPr bwMode="auto">
          <a:xfrm>
            <a:off x="475868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0720211" name="Oval 346"/>
          <p:cNvSpPr/>
          <p:nvPr/>
        </p:nvSpPr>
        <p:spPr bwMode="auto">
          <a:xfrm>
            <a:off x="466344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6238674" name="Oval 347"/>
          <p:cNvSpPr/>
          <p:nvPr/>
        </p:nvSpPr>
        <p:spPr bwMode="auto">
          <a:xfrm>
            <a:off x="466344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4177435" name="Oval 348"/>
          <p:cNvSpPr/>
          <p:nvPr/>
        </p:nvSpPr>
        <p:spPr bwMode="auto">
          <a:xfrm>
            <a:off x="466344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4743786" name="Oval 349"/>
          <p:cNvSpPr/>
          <p:nvPr/>
        </p:nvSpPr>
        <p:spPr bwMode="auto">
          <a:xfrm>
            <a:off x="466344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8348898" name="Oval 350"/>
          <p:cNvSpPr/>
          <p:nvPr/>
        </p:nvSpPr>
        <p:spPr bwMode="auto">
          <a:xfrm>
            <a:off x="466344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6778458" name="Oval 351"/>
          <p:cNvSpPr/>
          <p:nvPr/>
        </p:nvSpPr>
        <p:spPr bwMode="auto">
          <a:xfrm>
            <a:off x="466344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2469186" name="Oval 352"/>
          <p:cNvSpPr/>
          <p:nvPr/>
        </p:nvSpPr>
        <p:spPr bwMode="auto">
          <a:xfrm>
            <a:off x="466344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0084" name="Oval 353"/>
          <p:cNvSpPr/>
          <p:nvPr/>
        </p:nvSpPr>
        <p:spPr bwMode="auto">
          <a:xfrm>
            <a:off x="466344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6850365" name="Oval 354"/>
          <p:cNvSpPr/>
          <p:nvPr/>
        </p:nvSpPr>
        <p:spPr bwMode="auto">
          <a:xfrm>
            <a:off x="493776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927335" name="Oval 355"/>
          <p:cNvSpPr/>
          <p:nvPr/>
        </p:nvSpPr>
        <p:spPr bwMode="auto">
          <a:xfrm>
            <a:off x="493776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0825997" name="Oval 356"/>
          <p:cNvSpPr/>
          <p:nvPr/>
        </p:nvSpPr>
        <p:spPr bwMode="auto">
          <a:xfrm>
            <a:off x="493776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772260" name="Oval 357"/>
          <p:cNvSpPr/>
          <p:nvPr/>
        </p:nvSpPr>
        <p:spPr bwMode="auto">
          <a:xfrm>
            <a:off x="493776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7236413" name="Oval 358"/>
          <p:cNvSpPr/>
          <p:nvPr/>
        </p:nvSpPr>
        <p:spPr bwMode="auto">
          <a:xfrm>
            <a:off x="493776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4302447" name="Oval 359"/>
          <p:cNvSpPr/>
          <p:nvPr/>
        </p:nvSpPr>
        <p:spPr bwMode="auto">
          <a:xfrm>
            <a:off x="493776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4778566" name="Oval 360"/>
          <p:cNvSpPr/>
          <p:nvPr/>
        </p:nvSpPr>
        <p:spPr bwMode="auto">
          <a:xfrm>
            <a:off x="493776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2851694" name="Oval 361"/>
          <p:cNvSpPr/>
          <p:nvPr/>
        </p:nvSpPr>
        <p:spPr bwMode="auto">
          <a:xfrm>
            <a:off x="493776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5031855" name="Oval 362"/>
          <p:cNvSpPr/>
          <p:nvPr/>
        </p:nvSpPr>
        <p:spPr bwMode="auto">
          <a:xfrm>
            <a:off x="493776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0316487" name="Oval 363"/>
          <p:cNvSpPr/>
          <p:nvPr/>
        </p:nvSpPr>
        <p:spPr bwMode="auto">
          <a:xfrm>
            <a:off x="493776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7886392" name="Oval 364"/>
          <p:cNvSpPr/>
          <p:nvPr/>
        </p:nvSpPr>
        <p:spPr bwMode="auto">
          <a:xfrm>
            <a:off x="493776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9976080" name="Oval 365"/>
          <p:cNvSpPr/>
          <p:nvPr/>
        </p:nvSpPr>
        <p:spPr bwMode="auto">
          <a:xfrm>
            <a:off x="493776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9495439" name="Oval 366"/>
          <p:cNvSpPr/>
          <p:nvPr/>
        </p:nvSpPr>
        <p:spPr bwMode="auto">
          <a:xfrm>
            <a:off x="493776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7866240" name="Oval 367"/>
          <p:cNvSpPr/>
          <p:nvPr/>
        </p:nvSpPr>
        <p:spPr bwMode="auto">
          <a:xfrm>
            <a:off x="503300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0369009" name="Oval 368"/>
          <p:cNvSpPr/>
          <p:nvPr/>
        </p:nvSpPr>
        <p:spPr bwMode="auto">
          <a:xfrm>
            <a:off x="493776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3295789" name="Oval 369"/>
          <p:cNvSpPr/>
          <p:nvPr/>
        </p:nvSpPr>
        <p:spPr bwMode="auto">
          <a:xfrm>
            <a:off x="493776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7749392" name="Oval 370"/>
          <p:cNvSpPr/>
          <p:nvPr/>
        </p:nvSpPr>
        <p:spPr bwMode="auto">
          <a:xfrm>
            <a:off x="493776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3383462" name="Oval 371"/>
          <p:cNvSpPr/>
          <p:nvPr/>
        </p:nvSpPr>
        <p:spPr bwMode="auto">
          <a:xfrm>
            <a:off x="493776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7265607" name="Oval 372"/>
          <p:cNvSpPr/>
          <p:nvPr/>
        </p:nvSpPr>
        <p:spPr bwMode="auto">
          <a:xfrm>
            <a:off x="493776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4409755" name="Oval 373"/>
          <p:cNvSpPr/>
          <p:nvPr/>
        </p:nvSpPr>
        <p:spPr bwMode="auto">
          <a:xfrm>
            <a:off x="493776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1937861" name="Oval 374"/>
          <p:cNvSpPr/>
          <p:nvPr/>
        </p:nvSpPr>
        <p:spPr bwMode="auto">
          <a:xfrm>
            <a:off x="493776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5786780" name="Oval 375"/>
          <p:cNvSpPr/>
          <p:nvPr/>
        </p:nvSpPr>
        <p:spPr bwMode="auto">
          <a:xfrm>
            <a:off x="493776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6526578" name="Oval 376"/>
          <p:cNvSpPr/>
          <p:nvPr/>
        </p:nvSpPr>
        <p:spPr bwMode="auto">
          <a:xfrm>
            <a:off x="521208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3535541" name="Oval 377"/>
          <p:cNvSpPr/>
          <p:nvPr/>
        </p:nvSpPr>
        <p:spPr bwMode="auto">
          <a:xfrm>
            <a:off x="521208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3547118" name="Oval 378"/>
          <p:cNvSpPr/>
          <p:nvPr/>
        </p:nvSpPr>
        <p:spPr bwMode="auto">
          <a:xfrm>
            <a:off x="521208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5534533" name="Oval 379"/>
          <p:cNvSpPr/>
          <p:nvPr/>
        </p:nvSpPr>
        <p:spPr bwMode="auto">
          <a:xfrm>
            <a:off x="521208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9652101" name="Oval 380"/>
          <p:cNvSpPr/>
          <p:nvPr/>
        </p:nvSpPr>
        <p:spPr bwMode="auto">
          <a:xfrm>
            <a:off x="521208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1275280" name="Oval 381"/>
          <p:cNvSpPr/>
          <p:nvPr/>
        </p:nvSpPr>
        <p:spPr bwMode="auto">
          <a:xfrm>
            <a:off x="521208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0019605" name="Oval 382"/>
          <p:cNvSpPr/>
          <p:nvPr/>
        </p:nvSpPr>
        <p:spPr bwMode="auto">
          <a:xfrm>
            <a:off x="521208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7493562" name="Oval 383"/>
          <p:cNvSpPr/>
          <p:nvPr/>
        </p:nvSpPr>
        <p:spPr bwMode="auto">
          <a:xfrm>
            <a:off x="521208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2382804" name="Oval 384"/>
          <p:cNvSpPr/>
          <p:nvPr/>
        </p:nvSpPr>
        <p:spPr bwMode="auto">
          <a:xfrm>
            <a:off x="521208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144842" name="Oval 385"/>
          <p:cNvSpPr/>
          <p:nvPr/>
        </p:nvSpPr>
        <p:spPr bwMode="auto">
          <a:xfrm>
            <a:off x="521208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1365372" name="Oval 386"/>
          <p:cNvSpPr/>
          <p:nvPr/>
        </p:nvSpPr>
        <p:spPr bwMode="auto">
          <a:xfrm>
            <a:off x="521208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1995901" name="Oval 387"/>
          <p:cNvSpPr/>
          <p:nvPr/>
        </p:nvSpPr>
        <p:spPr bwMode="auto">
          <a:xfrm>
            <a:off x="521208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0642623" name="Oval 388"/>
          <p:cNvSpPr/>
          <p:nvPr/>
        </p:nvSpPr>
        <p:spPr bwMode="auto">
          <a:xfrm>
            <a:off x="521208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5096028" name="Oval 389"/>
          <p:cNvSpPr/>
          <p:nvPr/>
        </p:nvSpPr>
        <p:spPr bwMode="auto">
          <a:xfrm>
            <a:off x="530732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9539098" name="Oval 390"/>
          <p:cNvSpPr/>
          <p:nvPr/>
        </p:nvSpPr>
        <p:spPr bwMode="auto">
          <a:xfrm>
            <a:off x="521208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7009825" name="Oval 391"/>
          <p:cNvSpPr/>
          <p:nvPr/>
        </p:nvSpPr>
        <p:spPr bwMode="auto">
          <a:xfrm>
            <a:off x="521208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9045796" name="Oval 392"/>
          <p:cNvSpPr/>
          <p:nvPr/>
        </p:nvSpPr>
        <p:spPr bwMode="auto">
          <a:xfrm>
            <a:off x="521208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1412260" name="Oval 393"/>
          <p:cNvSpPr/>
          <p:nvPr/>
        </p:nvSpPr>
        <p:spPr bwMode="auto">
          <a:xfrm>
            <a:off x="521208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702881" name="Oval 394"/>
          <p:cNvSpPr/>
          <p:nvPr/>
        </p:nvSpPr>
        <p:spPr bwMode="auto">
          <a:xfrm>
            <a:off x="521208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0773661" name="Oval 395"/>
          <p:cNvSpPr/>
          <p:nvPr/>
        </p:nvSpPr>
        <p:spPr bwMode="auto">
          <a:xfrm>
            <a:off x="521208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5890762" name="Oval 396"/>
          <p:cNvSpPr/>
          <p:nvPr/>
        </p:nvSpPr>
        <p:spPr bwMode="auto">
          <a:xfrm>
            <a:off x="521208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6809658" name="Oval 397"/>
          <p:cNvSpPr/>
          <p:nvPr/>
        </p:nvSpPr>
        <p:spPr bwMode="auto">
          <a:xfrm>
            <a:off x="521208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0996293" name="Oval 398"/>
          <p:cNvSpPr/>
          <p:nvPr/>
        </p:nvSpPr>
        <p:spPr bwMode="auto">
          <a:xfrm>
            <a:off x="548640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0230967" name="Oval 399"/>
          <p:cNvSpPr/>
          <p:nvPr/>
        </p:nvSpPr>
        <p:spPr bwMode="auto">
          <a:xfrm>
            <a:off x="548640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486669" name="Oval 400"/>
          <p:cNvSpPr/>
          <p:nvPr/>
        </p:nvSpPr>
        <p:spPr bwMode="auto">
          <a:xfrm>
            <a:off x="548640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1805258" name="Oval 401"/>
          <p:cNvSpPr/>
          <p:nvPr/>
        </p:nvSpPr>
        <p:spPr bwMode="auto">
          <a:xfrm>
            <a:off x="548640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2315224" name="Oval 402"/>
          <p:cNvSpPr/>
          <p:nvPr/>
        </p:nvSpPr>
        <p:spPr bwMode="auto">
          <a:xfrm>
            <a:off x="548640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1695827" name="Oval 403"/>
          <p:cNvSpPr/>
          <p:nvPr/>
        </p:nvSpPr>
        <p:spPr bwMode="auto">
          <a:xfrm>
            <a:off x="548640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8372587" name="Oval 404"/>
          <p:cNvSpPr/>
          <p:nvPr/>
        </p:nvSpPr>
        <p:spPr bwMode="auto">
          <a:xfrm>
            <a:off x="548640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5826102" name="Oval 405"/>
          <p:cNvSpPr/>
          <p:nvPr/>
        </p:nvSpPr>
        <p:spPr bwMode="auto">
          <a:xfrm>
            <a:off x="548640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0617128" name="Oval 406"/>
          <p:cNvSpPr/>
          <p:nvPr/>
        </p:nvSpPr>
        <p:spPr bwMode="auto">
          <a:xfrm>
            <a:off x="548640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1145065" name="Oval 407"/>
          <p:cNvSpPr/>
          <p:nvPr/>
        </p:nvSpPr>
        <p:spPr bwMode="auto">
          <a:xfrm>
            <a:off x="548640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6495553" name="Oval 408"/>
          <p:cNvSpPr/>
          <p:nvPr/>
        </p:nvSpPr>
        <p:spPr bwMode="auto">
          <a:xfrm>
            <a:off x="548640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3851743" name="Oval 409"/>
          <p:cNvSpPr/>
          <p:nvPr/>
        </p:nvSpPr>
        <p:spPr bwMode="auto">
          <a:xfrm>
            <a:off x="548640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5075626" name="Oval 410"/>
          <p:cNvSpPr/>
          <p:nvPr/>
        </p:nvSpPr>
        <p:spPr bwMode="auto">
          <a:xfrm>
            <a:off x="548640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9611096" name="Oval 411"/>
          <p:cNvSpPr/>
          <p:nvPr/>
        </p:nvSpPr>
        <p:spPr bwMode="auto">
          <a:xfrm>
            <a:off x="558164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1949451" name="Oval 412"/>
          <p:cNvSpPr/>
          <p:nvPr/>
        </p:nvSpPr>
        <p:spPr bwMode="auto">
          <a:xfrm>
            <a:off x="548640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2962646" name="Oval 413"/>
          <p:cNvSpPr/>
          <p:nvPr/>
        </p:nvSpPr>
        <p:spPr bwMode="auto">
          <a:xfrm>
            <a:off x="548640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9440351" name="Oval 414"/>
          <p:cNvSpPr/>
          <p:nvPr/>
        </p:nvSpPr>
        <p:spPr bwMode="auto">
          <a:xfrm>
            <a:off x="548640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8496354" name="Oval 415"/>
          <p:cNvSpPr/>
          <p:nvPr/>
        </p:nvSpPr>
        <p:spPr bwMode="auto">
          <a:xfrm>
            <a:off x="548640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0498231" name="Oval 416"/>
          <p:cNvSpPr/>
          <p:nvPr/>
        </p:nvSpPr>
        <p:spPr bwMode="auto">
          <a:xfrm>
            <a:off x="548640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2707002" name="Oval 417"/>
          <p:cNvSpPr/>
          <p:nvPr/>
        </p:nvSpPr>
        <p:spPr bwMode="auto">
          <a:xfrm>
            <a:off x="548640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5818075" name="Oval 418"/>
          <p:cNvSpPr/>
          <p:nvPr/>
        </p:nvSpPr>
        <p:spPr bwMode="auto">
          <a:xfrm>
            <a:off x="548640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6434192" name="Oval 419"/>
          <p:cNvSpPr/>
          <p:nvPr/>
        </p:nvSpPr>
        <p:spPr bwMode="auto">
          <a:xfrm>
            <a:off x="548640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5231532" name="Oval 420"/>
          <p:cNvSpPr/>
          <p:nvPr/>
        </p:nvSpPr>
        <p:spPr bwMode="auto">
          <a:xfrm>
            <a:off x="576072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4321725" name="Oval 421"/>
          <p:cNvSpPr/>
          <p:nvPr/>
        </p:nvSpPr>
        <p:spPr bwMode="auto">
          <a:xfrm>
            <a:off x="576072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652054" name="Oval 422"/>
          <p:cNvSpPr/>
          <p:nvPr/>
        </p:nvSpPr>
        <p:spPr bwMode="auto">
          <a:xfrm>
            <a:off x="576072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9043714" name="Oval 423"/>
          <p:cNvSpPr/>
          <p:nvPr/>
        </p:nvSpPr>
        <p:spPr bwMode="auto">
          <a:xfrm>
            <a:off x="576072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4781937" name="Oval 424"/>
          <p:cNvSpPr/>
          <p:nvPr/>
        </p:nvSpPr>
        <p:spPr bwMode="auto">
          <a:xfrm>
            <a:off x="576072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5227616" name="Oval 425"/>
          <p:cNvSpPr/>
          <p:nvPr/>
        </p:nvSpPr>
        <p:spPr bwMode="auto">
          <a:xfrm>
            <a:off x="576072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8995879" name="Oval 426"/>
          <p:cNvSpPr/>
          <p:nvPr/>
        </p:nvSpPr>
        <p:spPr bwMode="auto">
          <a:xfrm>
            <a:off x="576072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1771671" name="Oval 427"/>
          <p:cNvSpPr/>
          <p:nvPr/>
        </p:nvSpPr>
        <p:spPr bwMode="auto">
          <a:xfrm>
            <a:off x="576072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0543824" name="Oval 428"/>
          <p:cNvSpPr/>
          <p:nvPr/>
        </p:nvSpPr>
        <p:spPr bwMode="auto">
          <a:xfrm>
            <a:off x="576072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0566925" name="Oval 429"/>
          <p:cNvSpPr/>
          <p:nvPr/>
        </p:nvSpPr>
        <p:spPr bwMode="auto">
          <a:xfrm>
            <a:off x="576072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0986869" name="Oval 430"/>
          <p:cNvSpPr/>
          <p:nvPr/>
        </p:nvSpPr>
        <p:spPr bwMode="auto">
          <a:xfrm>
            <a:off x="576072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1674017" name="Oval 431"/>
          <p:cNvSpPr/>
          <p:nvPr/>
        </p:nvSpPr>
        <p:spPr bwMode="auto">
          <a:xfrm>
            <a:off x="576072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1149349" name="Oval 432"/>
          <p:cNvSpPr/>
          <p:nvPr/>
        </p:nvSpPr>
        <p:spPr bwMode="auto">
          <a:xfrm>
            <a:off x="576072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91242" name="Oval 433"/>
          <p:cNvSpPr/>
          <p:nvPr/>
        </p:nvSpPr>
        <p:spPr bwMode="auto">
          <a:xfrm>
            <a:off x="585596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1134119" name="Oval 434"/>
          <p:cNvSpPr/>
          <p:nvPr/>
        </p:nvSpPr>
        <p:spPr bwMode="auto">
          <a:xfrm>
            <a:off x="576072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3965101" name="Oval 435"/>
          <p:cNvSpPr/>
          <p:nvPr/>
        </p:nvSpPr>
        <p:spPr bwMode="auto">
          <a:xfrm>
            <a:off x="576072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8475690" name="Oval 436"/>
          <p:cNvSpPr/>
          <p:nvPr/>
        </p:nvSpPr>
        <p:spPr bwMode="auto">
          <a:xfrm>
            <a:off x="576072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0945693" name="Oval 437"/>
          <p:cNvSpPr/>
          <p:nvPr/>
        </p:nvSpPr>
        <p:spPr bwMode="auto">
          <a:xfrm>
            <a:off x="576072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4778878" name="Oval 438"/>
          <p:cNvSpPr/>
          <p:nvPr/>
        </p:nvSpPr>
        <p:spPr bwMode="auto">
          <a:xfrm>
            <a:off x="576072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5298941" name="Oval 439"/>
          <p:cNvSpPr/>
          <p:nvPr/>
        </p:nvSpPr>
        <p:spPr bwMode="auto">
          <a:xfrm>
            <a:off x="576072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2725677" name="Oval 440"/>
          <p:cNvSpPr/>
          <p:nvPr/>
        </p:nvSpPr>
        <p:spPr bwMode="auto">
          <a:xfrm>
            <a:off x="576072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6167843" name="Oval 441"/>
          <p:cNvSpPr/>
          <p:nvPr/>
        </p:nvSpPr>
        <p:spPr bwMode="auto">
          <a:xfrm>
            <a:off x="576072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6944724" name="Oval 442"/>
          <p:cNvSpPr/>
          <p:nvPr/>
        </p:nvSpPr>
        <p:spPr bwMode="auto">
          <a:xfrm>
            <a:off x="6035039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8928032" name="Oval 443"/>
          <p:cNvSpPr/>
          <p:nvPr/>
        </p:nvSpPr>
        <p:spPr bwMode="auto">
          <a:xfrm>
            <a:off x="6035039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3503802" name="Oval 444"/>
          <p:cNvSpPr/>
          <p:nvPr/>
        </p:nvSpPr>
        <p:spPr bwMode="auto">
          <a:xfrm>
            <a:off x="6035039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5688360" name="Oval 445"/>
          <p:cNvSpPr/>
          <p:nvPr/>
        </p:nvSpPr>
        <p:spPr bwMode="auto">
          <a:xfrm>
            <a:off x="6035039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3264003" name="Oval 446"/>
          <p:cNvSpPr/>
          <p:nvPr/>
        </p:nvSpPr>
        <p:spPr bwMode="auto">
          <a:xfrm>
            <a:off x="6035039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0893426" name="Oval 447"/>
          <p:cNvSpPr/>
          <p:nvPr/>
        </p:nvSpPr>
        <p:spPr bwMode="auto">
          <a:xfrm>
            <a:off x="6035039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849995" name="Oval 448"/>
          <p:cNvSpPr/>
          <p:nvPr/>
        </p:nvSpPr>
        <p:spPr bwMode="auto">
          <a:xfrm>
            <a:off x="6035039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1469494" name="Oval 449"/>
          <p:cNvSpPr/>
          <p:nvPr/>
        </p:nvSpPr>
        <p:spPr bwMode="auto">
          <a:xfrm>
            <a:off x="6035039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4778414" name="Oval 450"/>
          <p:cNvSpPr/>
          <p:nvPr/>
        </p:nvSpPr>
        <p:spPr bwMode="auto">
          <a:xfrm>
            <a:off x="6035039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8332992" name="Oval 451"/>
          <p:cNvSpPr/>
          <p:nvPr/>
        </p:nvSpPr>
        <p:spPr bwMode="auto">
          <a:xfrm>
            <a:off x="6035039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3608803" name="Oval 452"/>
          <p:cNvSpPr/>
          <p:nvPr/>
        </p:nvSpPr>
        <p:spPr bwMode="auto">
          <a:xfrm>
            <a:off x="6035039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3896490" name="Oval 453"/>
          <p:cNvSpPr/>
          <p:nvPr/>
        </p:nvSpPr>
        <p:spPr bwMode="auto">
          <a:xfrm>
            <a:off x="6035039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359154" name="Oval 454"/>
          <p:cNvSpPr/>
          <p:nvPr/>
        </p:nvSpPr>
        <p:spPr bwMode="auto">
          <a:xfrm>
            <a:off x="6035039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49900" name="Oval 455"/>
          <p:cNvSpPr/>
          <p:nvPr/>
        </p:nvSpPr>
        <p:spPr bwMode="auto">
          <a:xfrm>
            <a:off x="613028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4636985" name="Oval 456"/>
          <p:cNvSpPr/>
          <p:nvPr/>
        </p:nvSpPr>
        <p:spPr bwMode="auto">
          <a:xfrm>
            <a:off x="6035039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4040821" name="Oval 457"/>
          <p:cNvSpPr/>
          <p:nvPr/>
        </p:nvSpPr>
        <p:spPr bwMode="auto">
          <a:xfrm>
            <a:off x="6035039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7944962" name="Oval 458"/>
          <p:cNvSpPr/>
          <p:nvPr/>
        </p:nvSpPr>
        <p:spPr bwMode="auto">
          <a:xfrm>
            <a:off x="6035039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9596050" name="Oval 459"/>
          <p:cNvSpPr/>
          <p:nvPr/>
        </p:nvSpPr>
        <p:spPr bwMode="auto">
          <a:xfrm>
            <a:off x="6035039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8469207" name="Oval 460"/>
          <p:cNvSpPr/>
          <p:nvPr/>
        </p:nvSpPr>
        <p:spPr bwMode="auto">
          <a:xfrm>
            <a:off x="6035039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2438759" name="Oval 461"/>
          <p:cNvSpPr/>
          <p:nvPr/>
        </p:nvSpPr>
        <p:spPr bwMode="auto">
          <a:xfrm>
            <a:off x="6035039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7376527" name="Oval 462"/>
          <p:cNvSpPr/>
          <p:nvPr/>
        </p:nvSpPr>
        <p:spPr bwMode="auto">
          <a:xfrm>
            <a:off x="6035039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3950369" name="Oval 463"/>
          <p:cNvSpPr/>
          <p:nvPr/>
        </p:nvSpPr>
        <p:spPr bwMode="auto">
          <a:xfrm>
            <a:off x="6035039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7038519" name="Oval 464"/>
          <p:cNvSpPr/>
          <p:nvPr/>
        </p:nvSpPr>
        <p:spPr bwMode="auto">
          <a:xfrm>
            <a:off x="630936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526232" name="Oval 465"/>
          <p:cNvSpPr/>
          <p:nvPr/>
        </p:nvSpPr>
        <p:spPr bwMode="auto">
          <a:xfrm>
            <a:off x="630936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3309396" name="Oval 466"/>
          <p:cNvSpPr/>
          <p:nvPr/>
        </p:nvSpPr>
        <p:spPr bwMode="auto">
          <a:xfrm>
            <a:off x="630936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1954858" name="Oval 467"/>
          <p:cNvSpPr/>
          <p:nvPr/>
        </p:nvSpPr>
        <p:spPr bwMode="auto">
          <a:xfrm>
            <a:off x="630936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0196819" name="Oval 468"/>
          <p:cNvSpPr/>
          <p:nvPr/>
        </p:nvSpPr>
        <p:spPr bwMode="auto">
          <a:xfrm>
            <a:off x="630936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9475032" name="Oval 469"/>
          <p:cNvSpPr/>
          <p:nvPr/>
        </p:nvSpPr>
        <p:spPr bwMode="auto">
          <a:xfrm>
            <a:off x="630936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0998337" name="Oval 470"/>
          <p:cNvSpPr/>
          <p:nvPr/>
        </p:nvSpPr>
        <p:spPr bwMode="auto">
          <a:xfrm>
            <a:off x="630936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1568746" name="Oval 471"/>
          <p:cNvSpPr/>
          <p:nvPr/>
        </p:nvSpPr>
        <p:spPr bwMode="auto">
          <a:xfrm>
            <a:off x="630936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7113853" name="Oval 472"/>
          <p:cNvSpPr/>
          <p:nvPr/>
        </p:nvSpPr>
        <p:spPr bwMode="auto">
          <a:xfrm>
            <a:off x="630936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6665947" name="Oval 473"/>
          <p:cNvSpPr/>
          <p:nvPr/>
        </p:nvSpPr>
        <p:spPr bwMode="auto">
          <a:xfrm>
            <a:off x="630936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8298941" name="Oval 474"/>
          <p:cNvSpPr/>
          <p:nvPr/>
        </p:nvSpPr>
        <p:spPr bwMode="auto">
          <a:xfrm>
            <a:off x="630936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4277726" name="Oval 475"/>
          <p:cNvSpPr/>
          <p:nvPr/>
        </p:nvSpPr>
        <p:spPr bwMode="auto">
          <a:xfrm>
            <a:off x="630936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3151186" name="Oval 476"/>
          <p:cNvSpPr/>
          <p:nvPr/>
        </p:nvSpPr>
        <p:spPr bwMode="auto">
          <a:xfrm>
            <a:off x="630936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3921852" name="Oval 477"/>
          <p:cNvSpPr/>
          <p:nvPr/>
        </p:nvSpPr>
        <p:spPr bwMode="auto">
          <a:xfrm>
            <a:off x="640460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4447933" name="Oval 478"/>
          <p:cNvSpPr/>
          <p:nvPr/>
        </p:nvSpPr>
        <p:spPr bwMode="auto">
          <a:xfrm>
            <a:off x="630936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5334121" name="Oval 479"/>
          <p:cNvSpPr/>
          <p:nvPr/>
        </p:nvSpPr>
        <p:spPr bwMode="auto">
          <a:xfrm>
            <a:off x="630936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5078673" name="Oval 480"/>
          <p:cNvSpPr/>
          <p:nvPr/>
        </p:nvSpPr>
        <p:spPr bwMode="auto">
          <a:xfrm>
            <a:off x="630936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5859860" name="Oval 481"/>
          <p:cNvSpPr/>
          <p:nvPr/>
        </p:nvSpPr>
        <p:spPr bwMode="auto">
          <a:xfrm>
            <a:off x="630936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110358" name="Oval 482"/>
          <p:cNvSpPr/>
          <p:nvPr/>
        </p:nvSpPr>
        <p:spPr bwMode="auto">
          <a:xfrm>
            <a:off x="630936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9552580" name="Oval 483"/>
          <p:cNvSpPr/>
          <p:nvPr/>
        </p:nvSpPr>
        <p:spPr bwMode="auto">
          <a:xfrm>
            <a:off x="630936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2736255" name="Oval 484"/>
          <p:cNvSpPr/>
          <p:nvPr/>
        </p:nvSpPr>
        <p:spPr bwMode="auto">
          <a:xfrm>
            <a:off x="630936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0953672" name="Oval 485"/>
          <p:cNvSpPr/>
          <p:nvPr/>
        </p:nvSpPr>
        <p:spPr bwMode="auto">
          <a:xfrm>
            <a:off x="630936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7192284" name="Oval 486"/>
          <p:cNvSpPr/>
          <p:nvPr/>
        </p:nvSpPr>
        <p:spPr bwMode="auto">
          <a:xfrm>
            <a:off x="658368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1066851" name="Oval 487"/>
          <p:cNvSpPr/>
          <p:nvPr/>
        </p:nvSpPr>
        <p:spPr bwMode="auto">
          <a:xfrm>
            <a:off x="658368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3603320" name="Oval 488"/>
          <p:cNvSpPr/>
          <p:nvPr/>
        </p:nvSpPr>
        <p:spPr bwMode="auto">
          <a:xfrm>
            <a:off x="658368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6861905" name="Oval 489"/>
          <p:cNvSpPr/>
          <p:nvPr/>
        </p:nvSpPr>
        <p:spPr bwMode="auto">
          <a:xfrm>
            <a:off x="658368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8820381" name="Oval 490"/>
          <p:cNvSpPr/>
          <p:nvPr/>
        </p:nvSpPr>
        <p:spPr bwMode="auto">
          <a:xfrm>
            <a:off x="658368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8854047" name="Oval 491"/>
          <p:cNvSpPr/>
          <p:nvPr/>
        </p:nvSpPr>
        <p:spPr bwMode="auto">
          <a:xfrm>
            <a:off x="658368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0918269" name="Oval 492"/>
          <p:cNvSpPr/>
          <p:nvPr/>
        </p:nvSpPr>
        <p:spPr bwMode="auto">
          <a:xfrm>
            <a:off x="658368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6729298" name="Oval 493"/>
          <p:cNvSpPr/>
          <p:nvPr/>
        </p:nvSpPr>
        <p:spPr bwMode="auto">
          <a:xfrm>
            <a:off x="658368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2925287" name="Oval 494"/>
          <p:cNvSpPr/>
          <p:nvPr/>
        </p:nvSpPr>
        <p:spPr bwMode="auto">
          <a:xfrm>
            <a:off x="658368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7610692" name="Oval 495"/>
          <p:cNvSpPr/>
          <p:nvPr/>
        </p:nvSpPr>
        <p:spPr bwMode="auto">
          <a:xfrm>
            <a:off x="658368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1855468" name="Oval 496"/>
          <p:cNvSpPr/>
          <p:nvPr/>
        </p:nvSpPr>
        <p:spPr bwMode="auto">
          <a:xfrm>
            <a:off x="658368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0849059" name="Oval 497"/>
          <p:cNvSpPr/>
          <p:nvPr/>
        </p:nvSpPr>
        <p:spPr bwMode="auto">
          <a:xfrm>
            <a:off x="658368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3764327" name="Oval 498"/>
          <p:cNvSpPr/>
          <p:nvPr/>
        </p:nvSpPr>
        <p:spPr bwMode="auto">
          <a:xfrm>
            <a:off x="658368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0663317" name="Oval 499"/>
          <p:cNvSpPr/>
          <p:nvPr/>
        </p:nvSpPr>
        <p:spPr bwMode="auto">
          <a:xfrm>
            <a:off x="667892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6627562" name="Oval 500"/>
          <p:cNvSpPr/>
          <p:nvPr/>
        </p:nvSpPr>
        <p:spPr bwMode="auto">
          <a:xfrm>
            <a:off x="658368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3101801" name="Oval 501"/>
          <p:cNvSpPr/>
          <p:nvPr/>
        </p:nvSpPr>
        <p:spPr bwMode="auto">
          <a:xfrm>
            <a:off x="658368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7814652" name="Oval 502"/>
          <p:cNvSpPr/>
          <p:nvPr/>
        </p:nvSpPr>
        <p:spPr bwMode="auto">
          <a:xfrm>
            <a:off x="658368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6684313" name="Oval 503"/>
          <p:cNvSpPr/>
          <p:nvPr/>
        </p:nvSpPr>
        <p:spPr bwMode="auto">
          <a:xfrm>
            <a:off x="658368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9548576" name="Oval 504"/>
          <p:cNvSpPr/>
          <p:nvPr/>
        </p:nvSpPr>
        <p:spPr bwMode="auto">
          <a:xfrm>
            <a:off x="658368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3100297" name="Oval 505"/>
          <p:cNvSpPr/>
          <p:nvPr/>
        </p:nvSpPr>
        <p:spPr bwMode="auto">
          <a:xfrm>
            <a:off x="658368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5879552" name="Oval 506"/>
          <p:cNvSpPr/>
          <p:nvPr/>
        </p:nvSpPr>
        <p:spPr bwMode="auto">
          <a:xfrm>
            <a:off x="658368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8654572" name="Oval 507"/>
          <p:cNvSpPr/>
          <p:nvPr/>
        </p:nvSpPr>
        <p:spPr bwMode="auto">
          <a:xfrm>
            <a:off x="658368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9082806" name="Oval 508"/>
          <p:cNvSpPr/>
          <p:nvPr/>
        </p:nvSpPr>
        <p:spPr bwMode="auto">
          <a:xfrm>
            <a:off x="685800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7339274" name="Oval 509"/>
          <p:cNvSpPr/>
          <p:nvPr/>
        </p:nvSpPr>
        <p:spPr bwMode="auto">
          <a:xfrm>
            <a:off x="685800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3119909" name="Oval 510"/>
          <p:cNvSpPr/>
          <p:nvPr/>
        </p:nvSpPr>
        <p:spPr bwMode="auto">
          <a:xfrm>
            <a:off x="685800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5503812" name="Oval 511"/>
          <p:cNvSpPr/>
          <p:nvPr/>
        </p:nvSpPr>
        <p:spPr bwMode="auto">
          <a:xfrm>
            <a:off x="685800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9341120" name="Oval 512"/>
          <p:cNvSpPr/>
          <p:nvPr/>
        </p:nvSpPr>
        <p:spPr bwMode="auto">
          <a:xfrm>
            <a:off x="685800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2111170" name="Oval 513"/>
          <p:cNvSpPr/>
          <p:nvPr/>
        </p:nvSpPr>
        <p:spPr bwMode="auto">
          <a:xfrm>
            <a:off x="685800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608942" name="Oval 514"/>
          <p:cNvSpPr/>
          <p:nvPr/>
        </p:nvSpPr>
        <p:spPr bwMode="auto">
          <a:xfrm>
            <a:off x="685800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4638923" name="Oval 515"/>
          <p:cNvSpPr/>
          <p:nvPr/>
        </p:nvSpPr>
        <p:spPr bwMode="auto">
          <a:xfrm>
            <a:off x="685800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5902491" name="Oval 516"/>
          <p:cNvSpPr/>
          <p:nvPr/>
        </p:nvSpPr>
        <p:spPr bwMode="auto">
          <a:xfrm>
            <a:off x="685800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509456" name="Oval 517"/>
          <p:cNvSpPr/>
          <p:nvPr/>
        </p:nvSpPr>
        <p:spPr bwMode="auto">
          <a:xfrm>
            <a:off x="685800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3804435" name="Oval 518"/>
          <p:cNvSpPr/>
          <p:nvPr/>
        </p:nvSpPr>
        <p:spPr bwMode="auto">
          <a:xfrm>
            <a:off x="685800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0038943" name="Oval 519"/>
          <p:cNvSpPr/>
          <p:nvPr/>
        </p:nvSpPr>
        <p:spPr bwMode="auto">
          <a:xfrm>
            <a:off x="685800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3321030" name="Oval 520"/>
          <p:cNvSpPr/>
          <p:nvPr/>
        </p:nvSpPr>
        <p:spPr bwMode="auto">
          <a:xfrm>
            <a:off x="685800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8289755" name="Oval 521"/>
          <p:cNvSpPr/>
          <p:nvPr/>
        </p:nvSpPr>
        <p:spPr bwMode="auto">
          <a:xfrm>
            <a:off x="695324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3540650" name="Oval 522"/>
          <p:cNvSpPr/>
          <p:nvPr/>
        </p:nvSpPr>
        <p:spPr bwMode="auto">
          <a:xfrm>
            <a:off x="685800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2130152" name="Oval 523"/>
          <p:cNvSpPr/>
          <p:nvPr/>
        </p:nvSpPr>
        <p:spPr bwMode="auto">
          <a:xfrm>
            <a:off x="685800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1620098" name="Oval 524"/>
          <p:cNvSpPr/>
          <p:nvPr/>
        </p:nvSpPr>
        <p:spPr bwMode="auto">
          <a:xfrm>
            <a:off x="685800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8393614" name="Oval 525"/>
          <p:cNvSpPr/>
          <p:nvPr/>
        </p:nvSpPr>
        <p:spPr bwMode="auto">
          <a:xfrm>
            <a:off x="685800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1451928" name="Oval 526"/>
          <p:cNvSpPr/>
          <p:nvPr/>
        </p:nvSpPr>
        <p:spPr bwMode="auto">
          <a:xfrm>
            <a:off x="685800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5399980" name="Oval 527"/>
          <p:cNvSpPr/>
          <p:nvPr/>
        </p:nvSpPr>
        <p:spPr bwMode="auto">
          <a:xfrm>
            <a:off x="685800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2067694" name="Oval 528"/>
          <p:cNvSpPr/>
          <p:nvPr/>
        </p:nvSpPr>
        <p:spPr bwMode="auto">
          <a:xfrm>
            <a:off x="685800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1151344" name="Oval 529"/>
          <p:cNvSpPr/>
          <p:nvPr/>
        </p:nvSpPr>
        <p:spPr bwMode="auto">
          <a:xfrm>
            <a:off x="685800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666499" name="Oval 530"/>
          <p:cNvSpPr/>
          <p:nvPr/>
        </p:nvSpPr>
        <p:spPr bwMode="auto">
          <a:xfrm>
            <a:off x="713232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0953071" name="Oval 531"/>
          <p:cNvSpPr/>
          <p:nvPr/>
        </p:nvSpPr>
        <p:spPr bwMode="auto">
          <a:xfrm>
            <a:off x="713232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6649669" name="Oval 532"/>
          <p:cNvSpPr/>
          <p:nvPr/>
        </p:nvSpPr>
        <p:spPr bwMode="auto">
          <a:xfrm>
            <a:off x="713232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0962748" name="Oval 533"/>
          <p:cNvSpPr/>
          <p:nvPr/>
        </p:nvSpPr>
        <p:spPr bwMode="auto">
          <a:xfrm>
            <a:off x="713232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3235474" name="Oval 534"/>
          <p:cNvSpPr/>
          <p:nvPr/>
        </p:nvSpPr>
        <p:spPr bwMode="auto">
          <a:xfrm>
            <a:off x="713232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5761017" name="Oval 535"/>
          <p:cNvSpPr/>
          <p:nvPr/>
        </p:nvSpPr>
        <p:spPr bwMode="auto">
          <a:xfrm>
            <a:off x="713232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4403387" name="Oval 536"/>
          <p:cNvSpPr/>
          <p:nvPr/>
        </p:nvSpPr>
        <p:spPr bwMode="auto">
          <a:xfrm>
            <a:off x="713232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6620016" name="Oval 537"/>
          <p:cNvSpPr/>
          <p:nvPr/>
        </p:nvSpPr>
        <p:spPr bwMode="auto">
          <a:xfrm>
            <a:off x="713232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0106128" name="Oval 538"/>
          <p:cNvSpPr/>
          <p:nvPr/>
        </p:nvSpPr>
        <p:spPr bwMode="auto">
          <a:xfrm>
            <a:off x="713232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3275253" name="Oval 539"/>
          <p:cNvSpPr/>
          <p:nvPr/>
        </p:nvSpPr>
        <p:spPr bwMode="auto">
          <a:xfrm>
            <a:off x="713232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757409" name="Oval 540"/>
          <p:cNvSpPr/>
          <p:nvPr/>
        </p:nvSpPr>
        <p:spPr bwMode="auto">
          <a:xfrm>
            <a:off x="713232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7211450" name="Oval 541"/>
          <p:cNvSpPr/>
          <p:nvPr/>
        </p:nvSpPr>
        <p:spPr bwMode="auto">
          <a:xfrm>
            <a:off x="713232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242575" name="Oval 542"/>
          <p:cNvSpPr/>
          <p:nvPr/>
        </p:nvSpPr>
        <p:spPr bwMode="auto">
          <a:xfrm>
            <a:off x="713232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0776268" name="Oval 543"/>
          <p:cNvSpPr/>
          <p:nvPr/>
        </p:nvSpPr>
        <p:spPr bwMode="auto">
          <a:xfrm>
            <a:off x="722756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4800296" name="Oval 544"/>
          <p:cNvSpPr/>
          <p:nvPr/>
        </p:nvSpPr>
        <p:spPr bwMode="auto">
          <a:xfrm>
            <a:off x="713232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1429622" name="Oval 545"/>
          <p:cNvSpPr/>
          <p:nvPr/>
        </p:nvSpPr>
        <p:spPr bwMode="auto">
          <a:xfrm>
            <a:off x="713232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9165155" name="Oval 546"/>
          <p:cNvSpPr/>
          <p:nvPr/>
        </p:nvSpPr>
        <p:spPr bwMode="auto">
          <a:xfrm>
            <a:off x="713232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0696156" name="Oval 547"/>
          <p:cNvSpPr/>
          <p:nvPr/>
        </p:nvSpPr>
        <p:spPr bwMode="auto">
          <a:xfrm>
            <a:off x="713232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7698030" name="Oval 548"/>
          <p:cNvSpPr/>
          <p:nvPr/>
        </p:nvSpPr>
        <p:spPr bwMode="auto">
          <a:xfrm>
            <a:off x="713232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1509397" name="Oval 549"/>
          <p:cNvSpPr/>
          <p:nvPr/>
        </p:nvSpPr>
        <p:spPr bwMode="auto">
          <a:xfrm>
            <a:off x="713232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071731" name="Oval 550"/>
          <p:cNvSpPr/>
          <p:nvPr/>
        </p:nvSpPr>
        <p:spPr bwMode="auto">
          <a:xfrm>
            <a:off x="713232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3139502" name="Oval 551"/>
          <p:cNvSpPr/>
          <p:nvPr/>
        </p:nvSpPr>
        <p:spPr bwMode="auto">
          <a:xfrm>
            <a:off x="713232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2071109" name="Oval 552"/>
          <p:cNvSpPr/>
          <p:nvPr/>
        </p:nvSpPr>
        <p:spPr bwMode="auto">
          <a:xfrm>
            <a:off x="740664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7305814" name="Oval 553"/>
          <p:cNvSpPr/>
          <p:nvPr/>
        </p:nvSpPr>
        <p:spPr bwMode="auto">
          <a:xfrm>
            <a:off x="740664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8185351" name="Oval 554"/>
          <p:cNvSpPr/>
          <p:nvPr/>
        </p:nvSpPr>
        <p:spPr bwMode="auto">
          <a:xfrm>
            <a:off x="740664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077021" name="Oval 555"/>
          <p:cNvSpPr/>
          <p:nvPr/>
        </p:nvSpPr>
        <p:spPr bwMode="auto">
          <a:xfrm>
            <a:off x="740664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2965340" name="Oval 556"/>
          <p:cNvSpPr/>
          <p:nvPr/>
        </p:nvSpPr>
        <p:spPr bwMode="auto">
          <a:xfrm>
            <a:off x="740664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0468166" name="Oval 557"/>
          <p:cNvSpPr/>
          <p:nvPr/>
        </p:nvSpPr>
        <p:spPr bwMode="auto">
          <a:xfrm>
            <a:off x="740664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2039451" name="Oval 558"/>
          <p:cNvSpPr/>
          <p:nvPr/>
        </p:nvSpPr>
        <p:spPr bwMode="auto">
          <a:xfrm>
            <a:off x="740664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6784548" name="Oval 559"/>
          <p:cNvSpPr/>
          <p:nvPr/>
        </p:nvSpPr>
        <p:spPr bwMode="auto">
          <a:xfrm>
            <a:off x="740664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0998074" name="Oval 560"/>
          <p:cNvSpPr/>
          <p:nvPr/>
        </p:nvSpPr>
        <p:spPr bwMode="auto">
          <a:xfrm>
            <a:off x="740664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423208" name="Oval 561"/>
          <p:cNvSpPr/>
          <p:nvPr/>
        </p:nvSpPr>
        <p:spPr bwMode="auto">
          <a:xfrm>
            <a:off x="740664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469768" name="Oval 562"/>
          <p:cNvSpPr/>
          <p:nvPr/>
        </p:nvSpPr>
        <p:spPr bwMode="auto">
          <a:xfrm>
            <a:off x="740664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0393936" name="Oval 563"/>
          <p:cNvSpPr/>
          <p:nvPr/>
        </p:nvSpPr>
        <p:spPr bwMode="auto">
          <a:xfrm>
            <a:off x="740664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6965318" name="Oval 564"/>
          <p:cNvSpPr/>
          <p:nvPr/>
        </p:nvSpPr>
        <p:spPr bwMode="auto">
          <a:xfrm>
            <a:off x="740664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1065047" name="Oval 565"/>
          <p:cNvSpPr/>
          <p:nvPr/>
        </p:nvSpPr>
        <p:spPr bwMode="auto">
          <a:xfrm>
            <a:off x="750188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2512062" name="Oval 566"/>
          <p:cNvSpPr/>
          <p:nvPr/>
        </p:nvSpPr>
        <p:spPr bwMode="auto">
          <a:xfrm>
            <a:off x="740664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3901511" name="Oval 567"/>
          <p:cNvSpPr/>
          <p:nvPr/>
        </p:nvSpPr>
        <p:spPr bwMode="auto">
          <a:xfrm>
            <a:off x="740664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6990675" name="Oval 568"/>
          <p:cNvSpPr/>
          <p:nvPr/>
        </p:nvSpPr>
        <p:spPr bwMode="auto">
          <a:xfrm>
            <a:off x="740664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566437" name="Oval 569"/>
          <p:cNvSpPr/>
          <p:nvPr/>
        </p:nvSpPr>
        <p:spPr bwMode="auto">
          <a:xfrm>
            <a:off x="740664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8056960" name="Oval 570"/>
          <p:cNvSpPr/>
          <p:nvPr/>
        </p:nvSpPr>
        <p:spPr bwMode="auto">
          <a:xfrm>
            <a:off x="740664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476151" name="Oval 571"/>
          <p:cNvSpPr/>
          <p:nvPr/>
        </p:nvSpPr>
        <p:spPr bwMode="auto">
          <a:xfrm>
            <a:off x="740664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4386398" name="Oval 572"/>
          <p:cNvSpPr/>
          <p:nvPr/>
        </p:nvSpPr>
        <p:spPr bwMode="auto">
          <a:xfrm>
            <a:off x="740664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3244615" name="Oval 573"/>
          <p:cNvSpPr/>
          <p:nvPr/>
        </p:nvSpPr>
        <p:spPr bwMode="auto">
          <a:xfrm>
            <a:off x="740664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3242935" name="Oval 574"/>
          <p:cNvSpPr/>
          <p:nvPr/>
        </p:nvSpPr>
        <p:spPr bwMode="auto">
          <a:xfrm>
            <a:off x="768096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759602" name="Oval 575"/>
          <p:cNvSpPr/>
          <p:nvPr/>
        </p:nvSpPr>
        <p:spPr bwMode="auto">
          <a:xfrm>
            <a:off x="768096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8765307" name="Oval 576"/>
          <p:cNvSpPr/>
          <p:nvPr/>
        </p:nvSpPr>
        <p:spPr bwMode="auto">
          <a:xfrm>
            <a:off x="768096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5529914" name="Oval 577"/>
          <p:cNvSpPr/>
          <p:nvPr/>
        </p:nvSpPr>
        <p:spPr bwMode="auto">
          <a:xfrm>
            <a:off x="768096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5930338" name="Oval 578"/>
          <p:cNvSpPr/>
          <p:nvPr/>
        </p:nvSpPr>
        <p:spPr bwMode="auto">
          <a:xfrm>
            <a:off x="768096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2783675" name="Oval 579"/>
          <p:cNvSpPr/>
          <p:nvPr/>
        </p:nvSpPr>
        <p:spPr bwMode="auto">
          <a:xfrm>
            <a:off x="768096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4485086" name="Oval 580"/>
          <p:cNvSpPr/>
          <p:nvPr/>
        </p:nvSpPr>
        <p:spPr bwMode="auto">
          <a:xfrm>
            <a:off x="768096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5686445" name="Oval 581"/>
          <p:cNvSpPr/>
          <p:nvPr/>
        </p:nvSpPr>
        <p:spPr bwMode="auto">
          <a:xfrm>
            <a:off x="768096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1668422" name="Oval 582"/>
          <p:cNvSpPr/>
          <p:nvPr/>
        </p:nvSpPr>
        <p:spPr bwMode="auto">
          <a:xfrm>
            <a:off x="768096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8801869" name="Oval 583"/>
          <p:cNvSpPr/>
          <p:nvPr/>
        </p:nvSpPr>
        <p:spPr bwMode="auto">
          <a:xfrm>
            <a:off x="768096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279275" name="Oval 584"/>
          <p:cNvSpPr/>
          <p:nvPr/>
        </p:nvSpPr>
        <p:spPr bwMode="auto">
          <a:xfrm>
            <a:off x="768096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4946868" name="Oval 585"/>
          <p:cNvSpPr/>
          <p:nvPr/>
        </p:nvSpPr>
        <p:spPr bwMode="auto">
          <a:xfrm>
            <a:off x="768096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4708402" name="Oval 586"/>
          <p:cNvSpPr/>
          <p:nvPr/>
        </p:nvSpPr>
        <p:spPr bwMode="auto">
          <a:xfrm>
            <a:off x="768096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0970416" name="Oval 587"/>
          <p:cNvSpPr/>
          <p:nvPr/>
        </p:nvSpPr>
        <p:spPr bwMode="auto">
          <a:xfrm>
            <a:off x="777620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2964" name="Oval 588"/>
          <p:cNvSpPr/>
          <p:nvPr/>
        </p:nvSpPr>
        <p:spPr bwMode="auto">
          <a:xfrm>
            <a:off x="768096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5520538" name="Oval 589"/>
          <p:cNvSpPr/>
          <p:nvPr/>
        </p:nvSpPr>
        <p:spPr bwMode="auto">
          <a:xfrm>
            <a:off x="768096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9161562" name="Oval 590"/>
          <p:cNvSpPr/>
          <p:nvPr/>
        </p:nvSpPr>
        <p:spPr bwMode="auto">
          <a:xfrm>
            <a:off x="768096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5098516" name="Oval 591"/>
          <p:cNvSpPr/>
          <p:nvPr/>
        </p:nvSpPr>
        <p:spPr bwMode="auto">
          <a:xfrm>
            <a:off x="768096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4390417" name="Oval 592"/>
          <p:cNvSpPr/>
          <p:nvPr/>
        </p:nvSpPr>
        <p:spPr bwMode="auto">
          <a:xfrm>
            <a:off x="768096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3434528" name="Oval 593"/>
          <p:cNvSpPr/>
          <p:nvPr/>
        </p:nvSpPr>
        <p:spPr bwMode="auto">
          <a:xfrm>
            <a:off x="768096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5991829" name="Oval 594"/>
          <p:cNvSpPr/>
          <p:nvPr/>
        </p:nvSpPr>
        <p:spPr bwMode="auto">
          <a:xfrm>
            <a:off x="768096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4906187" name="Oval 595"/>
          <p:cNvSpPr/>
          <p:nvPr/>
        </p:nvSpPr>
        <p:spPr bwMode="auto">
          <a:xfrm>
            <a:off x="768096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4245665" name="Oval 596"/>
          <p:cNvSpPr/>
          <p:nvPr/>
        </p:nvSpPr>
        <p:spPr bwMode="auto">
          <a:xfrm>
            <a:off x="795528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8112586" name="Oval 597"/>
          <p:cNvSpPr/>
          <p:nvPr/>
        </p:nvSpPr>
        <p:spPr bwMode="auto">
          <a:xfrm>
            <a:off x="795528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2599705" name="Oval 598"/>
          <p:cNvSpPr/>
          <p:nvPr/>
        </p:nvSpPr>
        <p:spPr bwMode="auto">
          <a:xfrm>
            <a:off x="795528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9673019" name="Oval 599"/>
          <p:cNvSpPr/>
          <p:nvPr/>
        </p:nvSpPr>
        <p:spPr bwMode="auto">
          <a:xfrm>
            <a:off x="795528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3678479" name="Oval 600"/>
          <p:cNvSpPr/>
          <p:nvPr/>
        </p:nvSpPr>
        <p:spPr bwMode="auto">
          <a:xfrm>
            <a:off x="795528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4083874" name="Oval 601"/>
          <p:cNvSpPr/>
          <p:nvPr/>
        </p:nvSpPr>
        <p:spPr bwMode="auto">
          <a:xfrm>
            <a:off x="795528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054895" name="Oval 602"/>
          <p:cNvSpPr/>
          <p:nvPr/>
        </p:nvSpPr>
        <p:spPr bwMode="auto">
          <a:xfrm>
            <a:off x="795528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0976777" name="Oval 603"/>
          <p:cNvSpPr/>
          <p:nvPr/>
        </p:nvSpPr>
        <p:spPr bwMode="auto">
          <a:xfrm>
            <a:off x="795528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7626553" name="Oval 604"/>
          <p:cNvSpPr/>
          <p:nvPr/>
        </p:nvSpPr>
        <p:spPr bwMode="auto">
          <a:xfrm>
            <a:off x="795528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6937419" name="Oval 605"/>
          <p:cNvSpPr/>
          <p:nvPr/>
        </p:nvSpPr>
        <p:spPr bwMode="auto">
          <a:xfrm>
            <a:off x="795528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2787909" name="Oval 606"/>
          <p:cNvSpPr/>
          <p:nvPr/>
        </p:nvSpPr>
        <p:spPr bwMode="auto">
          <a:xfrm>
            <a:off x="795528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9742667" name="Oval 607"/>
          <p:cNvSpPr/>
          <p:nvPr/>
        </p:nvSpPr>
        <p:spPr bwMode="auto">
          <a:xfrm>
            <a:off x="795528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8952009" name="Oval 608"/>
          <p:cNvSpPr/>
          <p:nvPr/>
        </p:nvSpPr>
        <p:spPr bwMode="auto">
          <a:xfrm>
            <a:off x="795528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9933013" name="Oval 609"/>
          <p:cNvSpPr/>
          <p:nvPr/>
        </p:nvSpPr>
        <p:spPr bwMode="auto">
          <a:xfrm>
            <a:off x="805052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2934671" name="Oval 610"/>
          <p:cNvSpPr/>
          <p:nvPr/>
        </p:nvSpPr>
        <p:spPr bwMode="auto">
          <a:xfrm>
            <a:off x="795528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724837" name="Oval 611"/>
          <p:cNvSpPr/>
          <p:nvPr/>
        </p:nvSpPr>
        <p:spPr bwMode="auto">
          <a:xfrm>
            <a:off x="795528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3210143" name="Oval 612"/>
          <p:cNvSpPr/>
          <p:nvPr/>
        </p:nvSpPr>
        <p:spPr bwMode="auto">
          <a:xfrm>
            <a:off x="795528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1293639" name="Oval 613"/>
          <p:cNvSpPr/>
          <p:nvPr/>
        </p:nvSpPr>
        <p:spPr bwMode="auto">
          <a:xfrm>
            <a:off x="795528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5937735" name="Oval 614"/>
          <p:cNvSpPr/>
          <p:nvPr/>
        </p:nvSpPr>
        <p:spPr bwMode="auto">
          <a:xfrm>
            <a:off x="795528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4186644" name="Oval 615"/>
          <p:cNvSpPr/>
          <p:nvPr/>
        </p:nvSpPr>
        <p:spPr bwMode="auto">
          <a:xfrm>
            <a:off x="795528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0960080" name="Oval 616"/>
          <p:cNvSpPr/>
          <p:nvPr/>
        </p:nvSpPr>
        <p:spPr bwMode="auto">
          <a:xfrm>
            <a:off x="795528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8797990" name="Oval 617"/>
          <p:cNvSpPr/>
          <p:nvPr/>
        </p:nvSpPr>
        <p:spPr bwMode="auto">
          <a:xfrm>
            <a:off x="795528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9656832" name="Oval 618"/>
          <p:cNvSpPr/>
          <p:nvPr/>
        </p:nvSpPr>
        <p:spPr bwMode="auto">
          <a:xfrm>
            <a:off x="822960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2605936" name="Oval 619"/>
          <p:cNvSpPr/>
          <p:nvPr/>
        </p:nvSpPr>
        <p:spPr bwMode="auto">
          <a:xfrm>
            <a:off x="822960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7601753" name="Oval 620"/>
          <p:cNvSpPr/>
          <p:nvPr/>
        </p:nvSpPr>
        <p:spPr bwMode="auto">
          <a:xfrm>
            <a:off x="822960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0494751" name="Oval 621"/>
          <p:cNvSpPr/>
          <p:nvPr/>
        </p:nvSpPr>
        <p:spPr bwMode="auto">
          <a:xfrm>
            <a:off x="822960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5605182" name="Oval 622"/>
          <p:cNvSpPr/>
          <p:nvPr/>
        </p:nvSpPr>
        <p:spPr bwMode="auto">
          <a:xfrm>
            <a:off x="822960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9649274" name="Oval 623"/>
          <p:cNvSpPr/>
          <p:nvPr/>
        </p:nvSpPr>
        <p:spPr bwMode="auto">
          <a:xfrm>
            <a:off x="822960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7134517" name="Oval 624"/>
          <p:cNvSpPr/>
          <p:nvPr/>
        </p:nvSpPr>
        <p:spPr bwMode="auto">
          <a:xfrm>
            <a:off x="822960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1014018" name="Oval 625"/>
          <p:cNvSpPr/>
          <p:nvPr/>
        </p:nvSpPr>
        <p:spPr bwMode="auto">
          <a:xfrm>
            <a:off x="822960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4643190" name="Oval 626"/>
          <p:cNvSpPr/>
          <p:nvPr/>
        </p:nvSpPr>
        <p:spPr bwMode="auto">
          <a:xfrm>
            <a:off x="822960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369441" name="Oval 627"/>
          <p:cNvSpPr/>
          <p:nvPr/>
        </p:nvSpPr>
        <p:spPr bwMode="auto">
          <a:xfrm>
            <a:off x="822960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156016" name="Oval 628"/>
          <p:cNvSpPr/>
          <p:nvPr/>
        </p:nvSpPr>
        <p:spPr bwMode="auto">
          <a:xfrm>
            <a:off x="822960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2792628" name="Oval 629"/>
          <p:cNvSpPr/>
          <p:nvPr/>
        </p:nvSpPr>
        <p:spPr bwMode="auto">
          <a:xfrm>
            <a:off x="822960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8088488" name="Oval 630"/>
          <p:cNvSpPr/>
          <p:nvPr/>
        </p:nvSpPr>
        <p:spPr bwMode="auto">
          <a:xfrm>
            <a:off x="822960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2598403" name="Oval 631"/>
          <p:cNvSpPr/>
          <p:nvPr/>
        </p:nvSpPr>
        <p:spPr bwMode="auto">
          <a:xfrm>
            <a:off x="832484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1193813" name="Oval 632"/>
          <p:cNvSpPr/>
          <p:nvPr/>
        </p:nvSpPr>
        <p:spPr bwMode="auto">
          <a:xfrm>
            <a:off x="822960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6277862" name="Oval 633"/>
          <p:cNvSpPr/>
          <p:nvPr/>
        </p:nvSpPr>
        <p:spPr bwMode="auto">
          <a:xfrm>
            <a:off x="822960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151592" name="Oval 634"/>
          <p:cNvSpPr/>
          <p:nvPr/>
        </p:nvSpPr>
        <p:spPr bwMode="auto">
          <a:xfrm>
            <a:off x="822960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2418227" name="Oval 635"/>
          <p:cNvSpPr/>
          <p:nvPr/>
        </p:nvSpPr>
        <p:spPr bwMode="auto">
          <a:xfrm>
            <a:off x="822960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3288762" name="Oval 636"/>
          <p:cNvSpPr/>
          <p:nvPr/>
        </p:nvSpPr>
        <p:spPr bwMode="auto">
          <a:xfrm>
            <a:off x="822960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839447" name="Oval 637"/>
          <p:cNvSpPr/>
          <p:nvPr/>
        </p:nvSpPr>
        <p:spPr bwMode="auto">
          <a:xfrm>
            <a:off x="822960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7846352" name="Oval 638"/>
          <p:cNvSpPr/>
          <p:nvPr/>
        </p:nvSpPr>
        <p:spPr bwMode="auto">
          <a:xfrm>
            <a:off x="822960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0826682" name="Oval 639"/>
          <p:cNvSpPr/>
          <p:nvPr/>
        </p:nvSpPr>
        <p:spPr bwMode="auto">
          <a:xfrm>
            <a:off x="822960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4964488" name="Oval 640"/>
          <p:cNvSpPr/>
          <p:nvPr/>
        </p:nvSpPr>
        <p:spPr bwMode="auto">
          <a:xfrm>
            <a:off x="850392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1765893" name="Oval 641"/>
          <p:cNvSpPr/>
          <p:nvPr/>
        </p:nvSpPr>
        <p:spPr bwMode="auto">
          <a:xfrm>
            <a:off x="850392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2903029" name="Oval 642"/>
          <p:cNvSpPr/>
          <p:nvPr/>
        </p:nvSpPr>
        <p:spPr bwMode="auto">
          <a:xfrm>
            <a:off x="850392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6926402" name="Oval 643"/>
          <p:cNvSpPr/>
          <p:nvPr/>
        </p:nvSpPr>
        <p:spPr bwMode="auto">
          <a:xfrm>
            <a:off x="850392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3777462" name="Oval 644"/>
          <p:cNvSpPr/>
          <p:nvPr/>
        </p:nvSpPr>
        <p:spPr bwMode="auto">
          <a:xfrm>
            <a:off x="850392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4673915" name="Oval 645"/>
          <p:cNvSpPr/>
          <p:nvPr/>
        </p:nvSpPr>
        <p:spPr bwMode="auto">
          <a:xfrm>
            <a:off x="850392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3887332" name="Oval 646"/>
          <p:cNvSpPr/>
          <p:nvPr/>
        </p:nvSpPr>
        <p:spPr bwMode="auto">
          <a:xfrm>
            <a:off x="850392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9947236" name="Oval 647"/>
          <p:cNvSpPr/>
          <p:nvPr/>
        </p:nvSpPr>
        <p:spPr bwMode="auto">
          <a:xfrm>
            <a:off x="850392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6439000" name="Oval 648"/>
          <p:cNvSpPr/>
          <p:nvPr/>
        </p:nvSpPr>
        <p:spPr bwMode="auto">
          <a:xfrm>
            <a:off x="850392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0614613" name="Oval 649"/>
          <p:cNvSpPr/>
          <p:nvPr/>
        </p:nvSpPr>
        <p:spPr bwMode="auto">
          <a:xfrm>
            <a:off x="850392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8956074" name="Oval 650"/>
          <p:cNvSpPr/>
          <p:nvPr/>
        </p:nvSpPr>
        <p:spPr bwMode="auto">
          <a:xfrm>
            <a:off x="850392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4398215" name="Oval 651"/>
          <p:cNvSpPr/>
          <p:nvPr/>
        </p:nvSpPr>
        <p:spPr bwMode="auto">
          <a:xfrm>
            <a:off x="850392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3642393" name="Oval 652"/>
          <p:cNvSpPr/>
          <p:nvPr/>
        </p:nvSpPr>
        <p:spPr bwMode="auto">
          <a:xfrm>
            <a:off x="850392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9851379" name="Oval 653"/>
          <p:cNvSpPr/>
          <p:nvPr/>
        </p:nvSpPr>
        <p:spPr bwMode="auto">
          <a:xfrm>
            <a:off x="859916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0897" name="Oval 654"/>
          <p:cNvSpPr/>
          <p:nvPr/>
        </p:nvSpPr>
        <p:spPr bwMode="auto">
          <a:xfrm>
            <a:off x="850392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2234365" name="Oval 655"/>
          <p:cNvSpPr/>
          <p:nvPr/>
        </p:nvSpPr>
        <p:spPr bwMode="auto">
          <a:xfrm>
            <a:off x="850392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6979668" name="Oval 656"/>
          <p:cNvSpPr/>
          <p:nvPr/>
        </p:nvSpPr>
        <p:spPr bwMode="auto">
          <a:xfrm>
            <a:off x="850392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491373" name="Oval 657"/>
          <p:cNvSpPr/>
          <p:nvPr/>
        </p:nvSpPr>
        <p:spPr bwMode="auto">
          <a:xfrm>
            <a:off x="850392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6866274" name="Oval 658"/>
          <p:cNvSpPr/>
          <p:nvPr/>
        </p:nvSpPr>
        <p:spPr bwMode="auto">
          <a:xfrm>
            <a:off x="850392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647995" name="Oval 659"/>
          <p:cNvSpPr/>
          <p:nvPr/>
        </p:nvSpPr>
        <p:spPr bwMode="auto">
          <a:xfrm>
            <a:off x="850392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5571327" name="Oval 660"/>
          <p:cNvSpPr/>
          <p:nvPr/>
        </p:nvSpPr>
        <p:spPr bwMode="auto">
          <a:xfrm>
            <a:off x="850392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4919511" name="Oval 661"/>
          <p:cNvSpPr/>
          <p:nvPr/>
        </p:nvSpPr>
        <p:spPr bwMode="auto">
          <a:xfrm>
            <a:off x="850392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2767777" name="Oval 662"/>
          <p:cNvSpPr/>
          <p:nvPr/>
        </p:nvSpPr>
        <p:spPr bwMode="auto">
          <a:xfrm>
            <a:off x="877824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5113579" name="Oval 663"/>
          <p:cNvSpPr/>
          <p:nvPr/>
        </p:nvSpPr>
        <p:spPr bwMode="auto">
          <a:xfrm>
            <a:off x="877824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0314276" name="Oval 664"/>
          <p:cNvSpPr/>
          <p:nvPr/>
        </p:nvSpPr>
        <p:spPr bwMode="auto">
          <a:xfrm>
            <a:off x="877824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0638290" name="Oval 665"/>
          <p:cNvSpPr/>
          <p:nvPr/>
        </p:nvSpPr>
        <p:spPr bwMode="auto">
          <a:xfrm>
            <a:off x="877824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335852" name="Oval 666"/>
          <p:cNvSpPr/>
          <p:nvPr/>
        </p:nvSpPr>
        <p:spPr bwMode="auto">
          <a:xfrm>
            <a:off x="877824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766805" name="Oval 667"/>
          <p:cNvSpPr/>
          <p:nvPr/>
        </p:nvSpPr>
        <p:spPr bwMode="auto">
          <a:xfrm>
            <a:off x="877824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1981250" name="Oval 668"/>
          <p:cNvSpPr/>
          <p:nvPr/>
        </p:nvSpPr>
        <p:spPr bwMode="auto">
          <a:xfrm>
            <a:off x="877824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1485442" name="Oval 669"/>
          <p:cNvSpPr/>
          <p:nvPr/>
        </p:nvSpPr>
        <p:spPr bwMode="auto">
          <a:xfrm>
            <a:off x="877824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9433300" name="Oval 670"/>
          <p:cNvSpPr/>
          <p:nvPr/>
        </p:nvSpPr>
        <p:spPr bwMode="auto">
          <a:xfrm>
            <a:off x="877824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6524858" name="Oval 671"/>
          <p:cNvSpPr/>
          <p:nvPr/>
        </p:nvSpPr>
        <p:spPr bwMode="auto">
          <a:xfrm>
            <a:off x="877824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8204177" name="Oval 672"/>
          <p:cNvSpPr/>
          <p:nvPr/>
        </p:nvSpPr>
        <p:spPr bwMode="auto">
          <a:xfrm>
            <a:off x="877824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9187247" name="Oval 673"/>
          <p:cNvSpPr/>
          <p:nvPr/>
        </p:nvSpPr>
        <p:spPr bwMode="auto">
          <a:xfrm>
            <a:off x="877824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7331084" name="Oval 674"/>
          <p:cNvSpPr/>
          <p:nvPr/>
        </p:nvSpPr>
        <p:spPr bwMode="auto">
          <a:xfrm>
            <a:off x="877824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9141677" name="Oval 675"/>
          <p:cNvSpPr/>
          <p:nvPr/>
        </p:nvSpPr>
        <p:spPr bwMode="auto">
          <a:xfrm>
            <a:off x="887348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0878556" name="Oval 676"/>
          <p:cNvSpPr/>
          <p:nvPr/>
        </p:nvSpPr>
        <p:spPr bwMode="auto">
          <a:xfrm>
            <a:off x="877824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7570578" name="Oval 677"/>
          <p:cNvSpPr/>
          <p:nvPr/>
        </p:nvSpPr>
        <p:spPr bwMode="auto">
          <a:xfrm>
            <a:off x="877824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8760201" name="Oval 678"/>
          <p:cNvSpPr/>
          <p:nvPr/>
        </p:nvSpPr>
        <p:spPr bwMode="auto">
          <a:xfrm>
            <a:off x="877824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6723949" name="Oval 679"/>
          <p:cNvSpPr/>
          <p:nvPr/>
        </p:nvSpPr>
        <p:spPr bwMode="auto">
          <a:xfrm>
            <a:off x="877824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081735" name="Oval 680"/>
          <p:cNvSpPr/>
          <p:nvPr/>
        </p:nvSpPr>
        <p:spPr bwMode="auto">
          <a:xfrm>
            <a:off x="877824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8040779" name="Oval 681"/>
          <p:cNvSpPr/>
          <p:nvPr/>
        </p:nvSpPr>
        <p:spPr bwMode="auto">
          <a:xfrm>
            <a:off x="877824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5285417" name="Oval 682"/>
          <p:cNvSpPr/>
          <p:nvPr/>
        </p:nvSpPr>
        <p:spPr bwMode="auto">
          <a:xfrm>
            <a:off x="877824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6025764" name="Oval 683"/>
          <p:cNvSpPr/>
          <p:nvPr/>
        </p:nvSpPr>
        <p:spPr bwMode="auto">
          <a:xfrm>
            <a:off x="877824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9133122" name="Oval 684"/>
          <p:cNvSpPr/>
          <p:nvPr/>
        </p:nvSpPr>
        <p:spPr bwMode="auto">
          <a:xfrm>
            <a:off x="905256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1808750" name="Oval 685"/>
          <p:cNvSpPr/>
          <p:nvPr/>
        </p:nvSpPr>
        <p:spPr bwMode="auto">
          <a:xfrm>
            <a:off x="905256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8145563" name="Oval 686"/>
          <p:cNvSpPr/>
          <p:nvPr/>
        </p:nvSpPr>
        <p:spPr bwMode="auto">
          <a:xfrm>
            <a:off x="905256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6979134" name="Oval 687"/>
          <p:cNvSpPr/>
          <p:nvPr/>
        </p:nvSpPr>
        <p:spPr bwMode="auto">
          <a:xfrm>
            <a:off x="905256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3241945" name="Oval 688"/>
          <p:cNvSpPr/>
          <p:nvPr/>
        </p:nvSpPr>
        <p:spPr bwMode="auto">
          <a:xfrm>
            <a:off x="905256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4409986" name="Oval 689"/>
          <p:cNvSpPr/>
          <p:nvPr/>
        </p:nvSpPr>
        <p:spPr bwMode="auto">
          <a:xfrm>
            <a:off x="905256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6702999" name="Oval 690"/>
          <p:cNvSpPr/>
          <p:nvPr/>
        </p:nvSpPr>
        <p:spPr bwMode="auto">
          <a:xfrm>
            <a:off x="905256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1448448" name="Oval 691"/>
          <p:cNvSpPr/>
          <p:nvPr/>
        </p:nvSpPr>
        <p:spPr bwMode="auto">
          <a:xfrm>
            <a:off x="905256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1870657" name="Oval 692"/>
          <p:cNvSpPr/>
          <p:nvPr/>
        </p:nvSpPr>
        <p:spPr bwMode="auto">
          <a:xfrm>
            <a:off x="905256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3932863" name="Oval 693"/>
          <p:cNvSpPr/>
          <p:nvPr/>
        </p:nvSpPr>
        <p:spPr bwMode="auto">
          <a:xfrm>
            <a:off x="905256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6860122" name="Oval 694"/>
          <p:cNvSpPr/>
          <p:nvPr/>
        </p:nvSpPr>
        <p:spPr bwMode="auto">
          <a:xfrm>
            <a:off x="905256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1049807" name="Oval 695"/>
          <p:cNvSpPr/>
          <p:nvPr/>
        </p:nvSpPr>
        <p:spPr bwMode="auto">
          <a:xfrm>
            <a:off x="905256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3396827" name="Oval 696"/>
          <p:cNvSpPr/>
          <p:nvPr/>
        </p:nvSpPr>
        <p:spPr bwMode="auto">
          <a:xfrm>
            <a:off x="905256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4297385" name="Oval 697"/>
          <p:cNvSpPr/>
          <p:nvPr/>
        </p:nvSpPr>
        <p:spPr bwMode="auto">
          <a:xfrm>
            <a:off x="914780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0476889" name="Oval 698"/>
          <p:cNvSpPr/>
          <p:nvPr/>
        </p:nvSpPr>
        <p:spPr bwMode="auto">
          <a:xfrm>
            <a:off x="905256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2165621" name="Oval 699"/>
          <p:cNvSpPr/>
          <p:nvPr/>
        </p:nvSpPr>
        <p:spPr bwMode="auto">
          <a:xfrm>
            <a:off x="905256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0234382" name="Oval 700"/>
          <p:cNvSpPr/>
          <p:nvPr/>
        </p:nvSpPr>
        <p:spPr bwMode="auto">
          <a:xfrm>
            <a:off x="905256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6921591" name="Oval 701"/>
          <p:cNvSpPr/>
          <p:nvPr/>
        </p:nvSpPr>
        <p:spPr bwMode="auto">
          <a:xfrm>
            <a:off x="905256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7663280" name="Oval 702"/>
          <p:cNvSpPr/>
          <p:nvPr/>
        </p:nvSpPr>
        <p:spPr bwMode="auto">
          <a:xfrm>
            <a:off x="905256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6986614" name="Oval 703"/>
          <p:cNvSpPr/>
          <p:nvPr/>
        </p:nvSpPr>
        <p:spPr bwMode="auto">
          <a:xfrm>
            <a:off x="905256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1460229" name="Oval 704"/>
          <p:cNvSpPr/>
          <p:nvPr/>
        </p:nvSpPr>
        <p:spPr bwMode="auto">
          <a:xfrm>
            <a:off x="905256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0144088" name="Oval 705"/>
          <p:cNvSpPr/>
          <p:nvPr/>
        </p:nvSpPr>
        <p:spPr bwMode="auto">
          <a:xfrm>
            <a:off x="905256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6113414" name="Oval 706"/>
          <p:cNvSpPr/>
          <p:nvPr/>
        </p:nvSpPr>
        <p:spPr bwMode="auto">
          <a:xfrm>
            <a:off x="932688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0594741" name="Oval 707"/>
          <p:cNvSpPr/>
          <p:nvPr/>
        </p:nvSpPr>
        <p:spPr bwMode="auto">
          <a:xfrm>
            <a:off x="932688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0092739" name="Oval 708"/>
          <p:cNvSpPr/>
          <p:nvPr/>
        </p:nvSpPr>
        <p:spPr bwMode="auto">
          <a:xfrm>
            <a:off x="932688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2357658" name="Oval 709"/>
          <p:cNvSpPr/>
          <p:nvPr/>
        </p:nvSpPr>
        <p:spPr bwMode="auto">
          <a:xfrm>
            <a:off x="932688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2329590" name="Oval 710"/>
          <p:cNvSpPr/>
          <p:nvPr/>
        </p:nvSpPr>
        <p:spPr bwMode="auto">
          <a:xfrm>
            <a:off x="932688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8407386" name="Oval 711"/>
          <p:cNvSpPr/>
          <p:nvPr/>
        </p:nvSpPr>
        <p:spPr bwMode="auto">
          <a:xfrm>
            <a:off x="932688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7313324" name="Oval 712"/>
          <p:cNvSpPr/>
          <p:nvPr/>
        </p:nvSpPr>
        <p:spPr bwMode="auto">
          <a:xfrm>
            <a:off x="932688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3141587" name="Oval 713"/>
          <p:cNvSpPr/>
          <p:nvPr/>
        </p:nvSpPr>
        <p:spPr bwMode="auto">
          <a:xfrm>
            <a:off x="932688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8564530" name="Oval 714"/>
          <p:cNvSpPr/>
          <p:nvPr/>
        </p:nvSpPr>
        <p:spPr bwMode="auto">
          <a:xfrm>
            <a:off x="932688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7018842" name="Oval 715"/>
          <p:cNvSpPr/>
          <p:nvPr/>
        </p:nvSpPr>
        <p:spPr bwMode="auto">
          <a:xfrm>
            <a:off x="932688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0064412" name="Oval 716"/>
          <p:cNvSpPr/>
          <p:nvPr/>
        </p:nvSpPr>
        <p:spPr bwMode="auto">
          <a:xfrm>
            <a:off x="932688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8024535" name="Oval 717"/>
          <p:cNvSpPr/>
          <p:nvPr/>
        </p:nvSpPr>
        <p:spPr bwMode="auto">
          <a:xfrm>
            <a:off x="932688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3912669" name="Oval 718"/>
          <p:cNvSpPr/>
          <p:nvPr/>
        </p:nvSpPr>
        <p:spPr bwMode="auto">
          <a:xfrm>
            <a:off x="932688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2887458" name="Oval 719"/>
          <p:cNvSpPr/>
          <p:nvPr/>
        </p:nvSpPr>
        <p:spPr bwMode="auto">
          <a:xfrm>
            <a:off x="942212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8843078" name="Oval 720"/>
          <p:cNvSpPr/>
          <p:nvPr/>
        </p:nvSpPr>
        <p:spPr bwMode="auto">
          <a:xfrm>
            <a:off x="932688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8315317" name="Oval 721"/>
          <p:cNvSpPr/>
          <p:nvPr/>
        </p:nvSpPr>
        <p:spPr bwMode="auto">
          <a:xfrm>
            <a:off x="932688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5426753" name="Oval 722"/>
          <p:cNvSpPr/>
          <p:nvPr/>
        </p:nvSpPr>
        <p:spPr bwMode="auto">
          <a:xfrm>
            <a:off x="932688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2085033" name="Oval 723"/>
          <p:cNvSpPr/>
          <p:nvPr/>
        </p:nvSpPr>
        <p:spPr bwMode="auto">
          <a:xfrm>
            <a:off x="932688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5545196" name="Oval 724"/>
          <p:cNvSpPr/>
          <p:nvPr/>
        </p:nvSpPr>
        <p:spPr bwMode="auto">
          <a:xfrm>
            <a:off x="932688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4204162" name="Oval 725"/>
          <p:cNvSpPr/>
          <p:nvPr/>
        </p:nvSpPr>
        <p:spPr bwMode="auto">
          <a:xfrm>
            <a:off x="932688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0887615" name="Oval 726"/>
          <p:cNvSpPr/>
          <p:nvPr/>
        </p:nvSpPr>
        <p:spPr bwMode="auto">
          <a:xfrm>
            <a:off x="932688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8592845" name="Oval 727"/>
          <p:cNvSpPr/>
          <p:nvPr/>
        </p:nvSpPr>
        <p:spPr bwMode="auto">
          <a:xfrm>
            <a:off x="932688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5283787" name="Oval 728"/>
          <p:cNvSpPr/>
          <p:nvPr/>
        </p:nvSpPr>
        <p:spPr bwMode="auto">
          <a:xfrm>
            <a:off x="960120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7054276" name="Oval 729"/>
          <p:cNvSpPr/>
          <p:nvPr/>
        </p:nvSpPr>
        <p:spPr bwMode="auto">
          <a:xfrm>
            <a:off x="960120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2434673" name="Oval 730"/>
          <p:cNvSpPr/>
          <p:nvPr/>
        </p:nvSpPr>
        <p:spPr bwMode="auto">
          <a:xfrm>
            <a:off x="960120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1213746" name="Oval 731"/>
          <p:cNvSpPr/>
          <p:nvPr/>
        </p:nvSpPr>
        <p:spPr bwMode="auto">
          <a:xfrm>
            <a:off x="960120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7316166" name="Oval 732"/>
          <p:cNvSpPr/>
          <p:nvPr/>
        </p:nvSpPr>
        <p:spPr bwMode="auto">
          <a:xfrm>
            <a:off x="960120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0350258" name="Oval 733"/>
          <p:cNvSpPr/>
          <p:nvPr/>
        </p:nvSpPr>
        <p:spPr bwMode="auto">
          <a:xfrm>
            <a:off x="960120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9204566" name="Oval 734"/>
          <p:cNvSpPr/>
          <p:nvPr/>
        </p:nvSpPr>
        <p:spPr bwMode="auto">
          <a:xfrm>
            <a:off x="960120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882451" name="Oval 735"/>
          <p:cNvSpPr/>
          <p:nvPr/>
        </p:nvSpPr>
        <p:spPr bwMode="auto">
          <a:xfrm>
            <a:off x="960120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7911268" name="Oval 736"/>
          <p:cNvSpPr/>
          <p:nvPr/>
        </p:nvSpPr>
        <p:spPr bwMode="auto">
          <a:xfrm>
            <a:off x="960120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9117106" name="Oval 737"/>
          <p:cNvSpPr/>
          <p:nvPr/>
        </p:nvSpPr>
        <p:spPr bwMode="auto">
          <a:xfrm>
            <a:off x="960120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7902852" name="Oval 738"/>
          <p:cNvSpPr/>
          <p:nvPr/>
        </p:nvSpPr>
        <p:spPr bwMode="auto">
          <a:xfrm>
            <a:off x="960120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8274873" name="Oval 739"/>
          <p:cNvSpPr/>
          <p:nvPr/>
        </p:nvSpPr>
        <p:spPr bwMode="auto">
          <a:xfrm>
            <a:off x="960120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9147317" name="Oval 740"/>
          <p:cNvSpPr/>
          <p:nvPr/>
        </p:nvSpPr>
        <p:spPr bwMode="auto">
          <a:xfrm>
            <a:off x="960120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7170052" name="Oval 741"/>
          <p:cNvSpPr/>
          <p:nvPr/>
        </p:nvSpPr>
        <p:spPr bwMode="auto">
          <a:xfrm>
            <a:off x="969644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0612805" name="Oval 742"/>
          <p:cNvSpPr/>
          <p:nvPr/>
        </p:nvSpPr>
        <p:spPr bwMode="auto">
          <a:xfrm>
            <a:off x="960120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8202848" name="Oval 743"/>
          <p:cNvSpPr/>
          <p:nvPr/>
        </p:nvSpPr>
        <p:spPr bwMode="auto">
          <a:xfrm>
            <a:off x="960120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1818945" name="Oval 744"/>
          <p:cNvSpPr/>
          <p:nvPr/>
        </p:nvSpPr>
        <p:spPr bwMode="auto">
          <a:xfrm>
            <a:off x="960120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6150394" name="Oval 745"/>
          <p:cNvSpPr/>
          <p:nvPr/>
        </p:nvSpPr>
        <p:spPr bwMode="auto">
          <a:xfrm>
            <a:off x="960120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7606048" name="Oval 746"/>
          <p:cNvSpPr/>
          <p:nvPr/>
        </p:nvSpPr>
        <p:spPr bwMode="auto">
          <a:xfrm>
            <a:off x="960120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4043008" name="Oval 747"/>
          <p:cNvSpPr/>
          <p:nvPr/>
        </p:nvSpPr>
        <p:spPr bwMode="auto">
          <a:xfrm>
            <a:off x="960120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0770709" name="Oval 748"/>
          <p:cNvSpPr/>
          <p:nvPr/>
        </p:nvSpPr>
        <p:spPr bwMode="auto">
          <a:xfrm>
            <a:off x="960120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5247097" name="Oval 749"/>
          <p:cNvSpPr/>
          <p:nvPr/>
        </p:nvSpPr>
        <p:spPr bwMode="auto">
          <a:xfrm>
            <a:off x="960120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707092" name="Oval 750"/>
          <p:cNvSpPr/>
          <p:nvPr/>
        </p:nvSpPr>
        <p:spPr bwMode="auto">
          <a:xfrm>
            <a:off x="987552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0117601" name="Oval 751"/>
          <p:cNvSpPr/>
          <p:nvPr/>
        </p:nvSpPr>
        <p:spPr bwMode="auto">
          <a:xfrm>
            <a:off x="987552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1928706" name="Oval 752"/>
          <p:cNvSpPr/>
          <p:nvPr/>
        </p:nvSpPr>
        <p:spPr bwMode="auto">
          <a:xfrm>
            <a:off x="987552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096537" name="Oval 753"/>
          <p:cNvSpPr/>
          <p:nvPr/>
        </p:nvSpPr>
        <p:spPr bwMode="auto">
          <a:xfrm>
            <a:off x="987552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2541302" name="Oval 754"/>
          <p:cNvSpPr/>
          <p:nvPr/>
        </p:nvSpPr>
        <p:spPr bwMode="auto">
          <a:xfrm>
            <a:off x="987552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2139866" name="Oval 755"/>
          <p:cNvSpPr/>
          <p:nvPr/>
        </p:nvSpPr>
        <p:spPr bwMode="auto">
          <a:xfrm>
            <a:off x="987552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5401791" name="Oval 756"/>
          <p:cNvSpPr/>
          <p:nvPr/>
        </p:nvSpPr>
        <p:spPr bwMode="auto">
          <a:xfrm>
            <a:off x="987552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7676787" name="Oval 757"/>
          <p:cNvSpPr/>
          <p:nvPr/>
        </p:nvSpPr>
        <p:spPr bwMode="auto">
          <a:xfrm>
            <a:off x="987552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4675731" name="Oval 758"/>
          <p:cNvSpPr/>
          <p:nvPr/>
        </p:nvSpPr>
        <p:spPr bwMode="auto">
          <a:xfrm>
            <a:off x="987552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810537" name="Oval 759"/>
          <p:cNvSpPr/>
          <p:nvPr/>
        </p:nvSpPr>
        <p:spPr bwMode="auto">
          <a:xfrm>
            <a:off x="987552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2733282" name="Oval 760"/>
          <p:cNvSpPr/>
          <p:nvPr/>
        </p:nvSpPr>
        <p:spPr bwMode="auto">
          <a:xfrm>
            <a:off x="987552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5669281" name="Oval 761"/>
          <p:cNvSpPr/>
          <p:nvPr/>
        </p:nvSpPr>
        <p:spPr bwMode="auto">
          <a:xfrm>
            <a:off x="987552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2121231" name="Oval 762"/>
          <p:cNvSpPr/>
          <p:nvPr/>
        </p:nvSpPr>
        <p:spPr bwMode="auto">
          <a:xfrm>
            <a:off x="987552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3088995" name="Oval 763"/>
          <p:cNvSpPr/>
          <p:nvPr/>
        </p:nvSpPr>
        <p:spPr bwMode="auto">
          <a:xfrm>
            <a:off x="997076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8823525" name="Oval 764"/>
          <p:cNvSpPr/>
          <p:nvPr/>
        </p:nvSpPr>
        <p:spPr bwMode="auto">
          <a:xfrm>
            <a:off x="987552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0377197" name="Oval 765"/>
          <p:cNvSpPr/>
          <p:nvPr/>
        </p:nvSpPr>
        <p:spPr bwMode="auto">
          <a:xfrm>
            <a:off x="987552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6065498" name="Oval 766"/>
          <p:cNvSpPr/>
          <p:nvPr/>
        </p:nvSpPr>
        <p:spPr bwMode="auto">
          <a:xfrm>
            <a:off x="987552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7356587" name="Oval 767"/>
          <p:cNvSpPr/>
          <p:nvPr/>
        </p:nvSpPr>
        <p:spPr bwMode="auto">
          <a:xfrm>
            <a:off x="987552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9715855" name="Oval 768"/>
          <p:cNvSpPr/>
          <p:nvPr/>
        </p:nvSpPr>
        <p:spPr bwMode="auto">
          <a:xfrm>
            <a:off x="987552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922943" name="Oval 769"/>
          <p:cNvSpPr/>
          <p:nvPr/>
        </p:nvSpPr>
        <p:spPr bwMode="auto">
          <a:xfrm>
            <a:off x="987552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1614026" name="Oval 770"/>
          <p:cNvSpPr/>
          <p:nvPr/>
        </p:nvSpPr>
        <p:spPr bwMode="auto">
          <a:xfrm>
            <a:off x="987552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5504854" name="Oval 771"/>
          <p:cNvSpPr/>
          <p:nvPr/>
        </p:nvSpPr>
        <p:spPr bwMode="auto">
          <a:xfrm>
            <a:off x="987552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6987199" name="Oval 772"/>
          <p:cNvSpPr/>
          <p:nvPr/>
        </p:nvSpPr>
        <p:spPr bwMode="auto">
          <a:xfrm>
            <a:off x="1014984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0052764" name="Oval 773"/>
          <p:cNvSpPr/>
          <p:nvPr/>
        </p:nvSpPr>
        <p:spPr bwMode="auto">
          <a:xfrm>
            <a:off x="1014984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8538664" name="Oval 774"/>
          <p:cNvSpPr/>
          <p:nvPr/>
        </p:nvSpPr>
        <p:spPr bwMode="auto">
          <a:xfrm>
            <a:off x="1014984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0446080" name="Oval 775"/>
          <p:cNvSpPr/>
          <p:nvPr/>
        </p:nvSpPr>
        <p:spPr bwMode="auto">
          <a:xfrm>
            <a:off x="1014984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6346406" name="Oval 776"/>
          <p:cNvSpPr/>
          <p:nvPr/>
        </p:nvSpPr>
        <p:spPr bwMode="auto">
          <a:xfrm>
            <a:off x="1014984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7834393" name="Oval 777"/>
          <p:cNvSpPr/>
          <p:nvPr/>
        </p:nvSpPr>
        <p:spPr bwMode="auto">
          <a:xfrm>
            <a:off x="1014984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223080" name="Oval 778"/>
          <p:cNvSpPr/>
          <p:nvPr/>
        </p:nvSpPr>
        <p:spPr bwMode="auto">
          <a:xfrm>
            <a:off x="1014984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1905757" name="Oval 779"/>
          <p:cNvSpPr/>
          <p:nvPr/>
        </p:nvSpPr>
        <p:spPr bwMode="auto">
          <a:xfrm>
            <a:off x="1014984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2194435" name="Oval 780"/>
          <p:cNvSpPr/>
          <p:nvPr/>
        </p:nvSpPr>
        <p:spPr bwMode="auto">
          <a:xfrm>
            <a:off x="1014984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9174524" name="Oval 781"/>
          <p:cNvSpPr/>
          <p:nvPr/>
        </p:nvSpPr>
        <p:spPr bwMode="auto">
          <a:xfrm>
            <a:off x="1014984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5734492" name="Oval 782"/>
          <p:cNvSpPr/>
          <p:nvPr/>
        </p:nvSpPr>
        <p:spPr bwMode="auto">
          <a:xfrm>
            <a:off x="1014984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039119" name="Oval 783"/>
          <p:cNvSpPr/>
          <p:nvPr/>
        </p:nvSpPr>
        <p:spPr bwMode="auto">
          <a:xfrm>
            <a:off x="1014984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3747165" name="Oval 784"/>
          <p:cNvSpPr/>
          <p:nvPr/>
        </p:nvSpPr>
        <p:spPr bwMode="auto">
          <a:xfrm>
            <a:off x="1014984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371657" name="Oval 785"/>
          <p:cNvSpPr/>
          <p:nvPr/>
        </p:nvSpPr>
        <p:spPr bwMode="auto">
          <a:xfrm>
            <a:off x="1024508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5456443" name="Oval 786"/>
          <p:cNvSpPr/>
          <p:nvPr/>
        </p:nvSpPr>
        <p:spPr bwMode="auto">
          <a:xfrm>
            <a:off x="1014984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8444314" name="Oval 787"/>
          <p:cNvSpPr/>
          <p:nvPr/>
        </p:nvSpPr>
        <p:spPr bwMode="auto">
          <a:xfrm>
            <a:off x="1014984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7019830" name="Oval 788"/>
          <p:cNvSpPr/>
          <p:nvPr/>
        </p:nvSpPr>
        <p:spPr bwMode="auto">
          <a:xfrm>
            <a:off x="1014984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9061854" name="Oval 789"/>
          <p:cNvSpPr/>
          <p:nvPr/>
        </p:nvSpPr>
        <p:spPr bwMode="auto">
          <a:xfrm>
            <a:off x="1014984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3171075" name="Oval 790"/>
          <p:cNvSpPr/>
          <p:nvPr/>
        </p:nvSpPr>
        <p:spPr bwMode="auto">
          <a:xfrm>
            <a:off x="1014984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3650844" name="Oval 791"/>
          <p:cNvSpPr/>
          <p:nvPr/>
        </p:nvSpPr>
        <p:spPr bwMode="auto">
          <a:xfrm>
            <a:off x="1014984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6396490" name="Oval 792"/>
          <p:cNvSpPr/>
          <p:nvPr/>
        </p:nvSpPr>
        <p:spPr bwMode="auto">
          <a:xfrm>
            <a:off x="1014984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1400430" name="Oval 793"/>
          <p:cNvSpPr/>
          <p:nvPr/>
        </p:nvSpPr>
        <p:spPr bwMode="auto">
          <a:xfrm>
            <a:off x="1014984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4094322" name="Oval 794"/>
          <p:cNvSpPr/>
          <p:nvPr/>
        </p:nvSpPr>
        <p:spPr bwMode="auto">
          <a:xfrm>
            <a:off x="1042416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0960732" name="Oval 795"/>
          <p:cNvSpPr/>
          <p:nvPr/>
        </p:nvSpPr>
        <p:spPr bwMode="auto">
          <a:xfrm>
            <a:off x="1042416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6604767" name="Oval 796"/>
          <p:cNvSpPr/>
          <p:nvPr/>
        </p:nvSpPr>
        <p:spPr bwMode="auto">
          <a:xfrm>
            <a:off x="1042416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9596221" name="Oval 797"/>
          <p:cNvSpPr/>
          <p:nvPr/>
        </p:nvSpPr>
        <p:spPr bwMode="auto">
          <a:xfrm>
            <a:off x="1042416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8530197" name="Oval 798"/>
          <p:cNvSpPr/>
          <p:nvPr/>
        </p:nvSpPr>
        <p:spPr bwMode="auto">
          <a:xfrm>
            <a:off x="1042416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7832869" name="Oval 799"/>
          <p:cNvSpPr/>
          <p:nvPr/>
        </p:nvSpPr>
        <p:spPr bwMode="auto">
          <a:xfrm>
            <a:off x="1042416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4582156" name="Oval 800"/>
          <p:cNvSpPr/>
          <p:nvPr/>
        </p:nvSpPr>
        <p:spPr bwMode="auto">
          <a:xfrm>
            <a:off x="1042416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7935209" name="Oval 801"/>
          <p:cNvSpPr/>
          <p:nvPr/>
        </p:nvSpPr>
        <p:spPr bwMode="auto">
          <a:xfrm>
            <a:off x="1042416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6810552" name="Oval 802"/>
          <p:cNvSpPr/>
          <p:nvPr/>
        </p:nvSpPr>
        <p:spPr bwMode="auto">
          <a:xfrm>
            <a:off x="1042416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5867241" name="Oval 803"/>
          <p:cNvSpPr/>
          <p:nvPr/>
        </p:nvSpPr>
        <p:spPr bwMode="auto">
          <a:xfrm>
            <a:off x="1042416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0527508" name="Oval 804"/>
          <p:cNvSpPr/>
          <p:nvPr/>
        </p:nvSpPr>
        <p:spPr bwMode="auto">
          <a:xfrm>
            <a:off x="1042416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342787" name="Oval 805"/>
          <p:cNvSpPr/>
          <p:nvPr/>
        </p:nvSpPr>
        <p:spPr bwMode="auto">
          <a:xfrm>
            <a:off x="1042416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32878" name="Oval 806"/>
          <p:cNvSpPr/>
          <p:nvPr/>
        </p:nvSpPr>
        <p:spPr bwMode="auto">
          <a:xfrm>
            <a:off x="1042416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2148148" name="Oval 807"/>
          <p:cNvSpPr/>
          <p:nvPr/>
        </p:nvSpPr>
        <p:spPr bwMode="auto">
          <a:xfrm>
            <a:off x="1051940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2523344" name="Oval 808"/>
          <p:cNvSpPr/>
          <p:nvPr/>
        </p:nvSpPr>
        <p:spPr bwMode="auto">
          <a:xfrm>
            <a:off x="1042416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1258397" name="Oval 809"/>
          <p:cNvSpPr/>
          <p:nvPr/>
        </p:nvSpPr>
        <p:spPr bwMode="auto">
          <a:xfrm>
            <a:off x="1042416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4365425" name="Oval 810"/>
          <p:cNvSpPr/>
          <p:nvPr/>
        </p:nvSpPr>
        <p:spPr bwMode="auto">
          <a:xfrm>
            <a:off x="1042416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66239" name="Oval 811"/>
          <p:cNvSpPr/>
          <p:nvPr/>
        </p:nvSpPr>
        <p:spPr bwMode="auto">
          <a:xfrm>
            <a:off x="1042416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8842516" name="Oval 812"/>
          <p:cNvSpPr/>
          <p:nvPr/>
        </p:nvSpPr>
        <p:spPr bwMode="auto">
          <a:xfrm>
            <a:off x="1042416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6781157" name="Oval 813"/>
          <p:cNvSpPr/>
          <p:nvPr/>
        </p:nvSpPr>
        <p:spPr bwMode="auto">
          <a:xfrm>
            <a:off x="1042416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4176949" name="Oval 814"/>
          <p:cNvSpPr/>
          <p:nvPr/>
        </p:nvSpPr>
        <p:spPr bwMode="auto">
          <a:xfrm>
            <a:off x="1042416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9330477" name="Oval 815"/>
          <p:cNvSpPr/>
          <p:nvPr/>
        </p:nvSpPr>
        <p:spPr bwMode="auto">
          <a:xfrm>
            <a:off x="1042416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2137379" name="Oval 816"/>
          <p:cNvSpPr/>
          <p:nvPr/>
        </p:nvSpPr>
        <p:spPr bwMode="auto">
          <a:xfrm>
            <a:off x="1069848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3983216" name="Oval 817"/>
          <p:cNvSpPr/>
          <p:nvPr/>
        </p:nvSpPr>
        <p:spPr bwMode="auto">
          <a:xfrm>
            <a:off x="1069848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5221347" name="Oval 818"/>
          <p:cNvSpPr/>
          <p:nvPr/>
        </p:nvSpPr>
        <p:spPr bwMode="auto">
          <a:xfrm>
            <a:off x="1069848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5728558" name="Oval 819"/>
          <p:cNvSpPr/>
          <p:nvPr/>
        </p:nvSpPr>
        <p:spPr bwMode="auto">
          <a:xfrm>
            <a:off x="1069848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7544860" name="Oval 820"/>
          <p:cNvSpPr/>
          <p:nvPr/>
        </p:nvSpPr>
        <p:spPr bwMode="auto">
          <a:xfrm>
            <a:off x="1069848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9470707" name="Oval 821"/>
          <p:cNvSpPr/>
          <p:nvPr/>
        </p:nvSpPr>
        <p:spPr bwMode="auto">
          <a:xfrm>
            <a:off x="1069848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1007401" name="Oval 822"/>
          <p:cNvSpPr/>
          <p:nvPr/>
        </p:nvSpPr>
        <p:spPr bwMode="auto">
          <a:xfrm>
            <a:off x="1069848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9332556" name="Oval 823"/>
          <p:cNvSpPr/>
          <p:nvPr/>
        </p:nvSpPr>
        <p:spPr bwMode="auto">
          <a:xfrm>
            <a:off x="1069848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4251022" name="Oval 824"/>
          <p:cNvSpPr/>
          <p:nvPr/>
        </p:nvSpPr>
        <p:spPr bwMode="auto">
          <a:xfrm>
            <a:off x="1069848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5632696" name="Oval 825"/>
          <p:cNvSpPr/>
          <p:nvPr/>
        </p:nvSpPr>
        <p:spPr bwMode="auto">
          <a:xfrm>
            <a:off x="1069848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7864202" name="Oval 826"/>
          <p:cNvSpPr/>
          <p:nvPr/>
        </p:nvSpPr>
        <p:spPr bwMode="auto">
          <a:xfrm>
            <a:off x="1069848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428521" name="Oval 827"/>
          <p:cNvSpPr/>
          <p:nvPr/>
        </p:nvSpPr>
        <p:spPr bwMode="auto">
          <a:xfrm>
            <a:off x="1069848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9097970" name="Oval 828"/>
          <p:cNvSpPr/>
          <p:nvPr/>
        </p:nvSpPr>
        <p:spPr bwMode="auto">
          <a:xfrm>
            <a:off x="1069848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4210530" name="Oval 829"/>
          <p:cNvSpPr/>
          <p:nvPr/>
        </p:nvSpPr>
        <p:spPr bwMode="auto">
          <a:xfrm>
            <a:off x="1079372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3682827" name="Oval 830"/>
          <p:cNvSpPr/>
          <p:nvPr/>
        </p:nvSpPr>
        <p:spPr bwMode="auto">
          <a:xfrm>
            <a:off x="1069848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1128928" name="Oval 831"/>
          <p:cNvSpPr/>
          <p:nvPr/>
        </p:nvSpPr>
        <p:spPr bwMode="auto">
          <a:xfrm>
            <a:off x="1069848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6674703" name="Oval 832"/>
          <p:cNvSpPr/>
          <p:nvPr/>
        </p:nvSpPr>
        <p:spPr bwMode="auto">
          <a:xfrm>
            <a:off x="1069848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0753444" name="Oval 833"/>
          <p:cNvSpPr/>
          <p:nvPr/>
        </p:nvSpPr>
        <p:spPr bwMode="auto">
          <a:xfrm>
            <a:off x="1069848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3091157" name="Oval 834"/>
          <p:cNvSpPr/>
          <p:nvPr/>
        </p:nvSpPr>
        <p:spPr bwMode="auto">
          <a:xfrm>
            <a:off x="1069848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1331163" name="Oval 835"/>
          <p:cNvSpPr/>
          <p:nvPr/>
        </p:nvSpPr>
        <p:spPr bwMode="auto">
          <a:xfrm>
            <a:off x="1069848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9907135" name="Oval 836"/>
          <p:cNvSpPr/>
          <p:nvPr/>
        </p:nvSpPr>
        <p:spPr bwMode="auto">
          <a:xfrm>
            <a:off x="1069848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0200394" name="Oval 837"/>
          <p:cNvSpPr/>
          <p:nvPr/>
        </p:nvSpPr>
        <p:spPr bwMode="auto">
          <a:xfrm>
            <a:off x="1069848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7955774" name="Oval 838"/>
          <p:cNvSpPr/>
          <p:nvPr/>
        </p:nvSpPr>
        <p:spPr bwMode="auto">
          <a:xfrm>
            <a:off x="1097280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6181693" name="Oval 839"/>
          <p:cNvSpPr/>
          <p:nvPr/>
        </p:nvSpPr>
        <p:spPr bwMode="auto">
          <a:xfrm>
            <a:off x="1097280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1239550" name="Oval 840"/>
          <p:cNvSpPr/>
          <p:nvPr/>
        </p:nvSpPr>
        <p:spPr bwMode="auto">
          <a:xfrm>
            <a:off x="1097280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8678273" name="Oval 841"/>
          <p:cNvSpPr/>
          <p:nvPr/>
        </p:nvSpPr>
        <p:spPr bwMode="auto">
          <a:xfrm>
            <a:off x="1097280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1021745" name="Oval 842"/>
          <p:cNvSpPr/>
          <p:nvPr/>
        </p:nvSpPr>
        <p:spPr bwMode="auto">
          <a:xfrm>
            <a:off x="1097280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2796750" name="Oval 843"/>
          <p:cNvSpPr/>
          <p:nvPr/>
        </p:nvSpPr>
        <p:spPr bwMode="auto">
          <a:xfrm>
            <a:off x="1097280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1010519" name="Oval 844"/>
          <p:cNvSpPr/>
          <p:nvPr/>
        </p:nvSpPr>
        <p:spPr bwMode="auto">
          <a:xfrm>
            <a:off x="1097280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0572283" name="Oval 845"/>
          <p:cNvSpPr/>
          <p:nvPr/>
        </p:nvSpPr>
        <p:spPr bwMode="auto">
          <a:xfrm>
            <a:off x="1097280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736213" name="Oval 846"/>
          <p:cNvSpPr/>
          <p:nvPr/>
        </p:nvSpPr>
        <p:spPr bwMode="auto">
          <a:xfrm>
            <a:off x="1097280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4558858" name="Oval 847"/>
          <p:cNvSpPr/>
          <p:nvPr/>
        </p:nvSpPr>
        <p:spPr bwMode="auto">
          <a:xfrm>
            <a:off x="1097280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881091" name="Oval 848"/>
          <p:cNvSpPr/>
          <p:nvPr/>
        </p:nvSpPr>
        <p:spPr bwMode="auto">
          <a:xfrm>
            <a:off x="1097280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5660580" name="Oval 849"/>
          <p:cNvSpPr/>
          <p:nvPr/>
        </p:nvSpPr>
        <p:spPr bwMode="auto">
          <a:xfrm>
            <a:off x="1097280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9417380" name="Oval 850"/>
          <p:cNvSpPr/>
          <p:nvPr/>
        </p:nvSpPr>
        <p:spPr bwMode="auto">
          <a:xfrm>
            <a:off x="1097280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2481001" name="Oval 851"/>
          <p:cNvSpPr/>
          <p:nvPr/>
        </p:nvSpPr>
        <p:spPr bwMode="auto">
          <a:xfrm>
            <a:off x="1106804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1761409" name="Oval 852"/>
          <p:cNvSpPr/>
          <p:nvPr/>
        </p:nvSpPr>
        <p:spPr bwMode="auto">
          <a:xfrm>
            <a:off x="1097280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9442175" name="Oval 853"/>
          <p:cNvSpPr/>
          <p:nvPr/>
        </p:nvSpPr>
        <p:spPr bwMode="auto">
          <a:xfrm>
            <a:off x="1097280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207560" name="Oval 854"/>
          <p:cNvSpPr/>
          <p:nvPr/>
        </p:nvSpPr>
        <p:spPr bwMode="auto">
          <a:xfrm>
            <a:off x="1097280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0112948" name="Oval 855"/>
          <p:cNvSpPr/>
          <p:nvPr/>
        </p:nvSpPr>
        <p:spPr bwMode="auto">
          <a:xfrm>
            <a:off x="1097280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9226307" name="Oval 856"/>
          <p:cNvSpPr/>
          <p:nvPr/>
        </p:nvSpPr>
        <p:spPr bwMode="auto">
          <a:xfrm>
            <a:off x="1097280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1139498" name="Oval 857"/>
          <p:cNvSpPr/>
          <p:nvPr/>
        </p:nvSpPr>
        <p:spPr bwMode="auto">
          <a:xfrm>
            <a:off x="1097280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8584630" name="Oval 858"/>
          <p:cNvSpPr/>
          <p:nvPr/>
        </p:nvSpPr>
        <p:spPr bwMode="auto">
          <a:xfrm>
            <a:off x="1097280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930910" name="Oval 859"/>
          <p:cNvSpPr/>
          <p:nvPr/>
        </p:nvSpPr>
        <p:spPr bwMode="auto">
          <a:xfrm>
            <a:off x="1097280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3505964" name="Oval 860"/>
          <p:cNvSpPr/>
          <p:nvPr/>
        </p:nvSpPr>
        <p:spPr bwMode="auto">
          <a:xfrm>
            <a:off x="1124712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6796503" name="Oval 861"/>
          <p:cNvSpPr/>
          <p:nvPr/>
        </p:nvSpPr>
        <p:spPr bwMode="auto">
          <a:xfrm>
            <a:off x="1124712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7162229" name="Oval 862"/>
          <p:cNvSpPr/>
          <p:nvPr/>
        </p:nvSpPr>
        <p:spPr bwMode="auto">
          <a:xfrm>
            <a:off x="1124712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0909627" name="Oval 863"/>
          <p:cNvSpPr/>
          <p:nvPr/>
        </p:nvSpPr>
        <p:spPr bwMode="auto">
          <a:xfrm>
            <a:off x="1124712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8970313" name="Oval 864"/>
          <p:cNvSpPr/>
          <p:nvPr/>
        </p:nvSpPr>
        <p:spPr bwMode="auto">
          <a:xfrm>
            <a:off x="1124712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4346790" name="Oval 865"/>
          <p:cNvSpPr/>
          <p:nvPr/>
        </p:nvSpPr>
        <p:spPr bwMode="auto">
          <a:xfrm>
            <a:off x="1124712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0249145" name="Oval 866"/>
          <p:cNvSpPr/>
          <p:nvPr/>
        </p:nvSpPr>
        <p:spPr bwMode="auto">
          <a:xfrm>
            <a:off x="1124712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1228793" name="Oval 867"/>
          <p:cNvSpPr/>
          <p:nvPr/>
        </p:nvSpPr>
        <p:spPr bwMode="auto">
          <a:xfrm>
            <a:off x="1124712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3804154" name="Oval 868"/>
          <p:cNvSpPr/>
          <p:nvPr/>
        </p:nvSpPr>
        <p:spPr bwMode="auto">
          <a:xfrm>
            <a:off x="1124712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0566602" name="Oval 869"/>
          <p:cNvSpPr/>
          <p:nvPr/>
        </p:nvSpPr>
        <p:spPr bwMode="auto">
          <a:xfrm>
            <a:off x="1124712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0226361" name="Oval 870"/>
          <p:cNvSpPr/>
          <p:nvPr/>
        </p:nvSpPr>
        <p:spPr bwMode="auto">
          <a:xfrm>
            <a:off x="1124712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3205718" name="Oval 871"/>
          <p:cNvSpPr/>
          <p:nvPr/>
        </p:nvSpPr>
        <p:spPr bwMode="auto">
          <a:xfrm>
            <a:off x="1124712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8352353" name="Oval 872"/>
          <p:cNvSpPr/>
          <p:nvPr/>
        </p:nvSpPr>
        <p:spPr bwMode="auto">
          <a:xfrm>
            <a:off x="1124712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2378758" name="Oval 873"/>
          <p:cNvSpPr/>
          <p:nvPr/>
        </p:nvSpPr>
        <p:spPr bwMode="auto">
          <a:xfrm>
            <a:off x="1134236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8409988" name="Oval 874"/>
          <p:cNvSpPr/>
          <p:nvPr/>
        </p:nvSpPr>
        <p:spPr bwMode="auto">
          <a:xfrm>
            <a:off x="1124712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7876616" name="Oval 875"/>
          <p:cNvSpPr/>
          <p:nvPr/>
        </p:nvSpPr>
        <p:spPr bwMode="auto">
          <a:xfrm>
            <a:off x="1124712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9413533" name="Oval 876"/>
          <p:cNvSpPr/>
          <p:nvPr/>
        </p:nvSpPr>
        <p:spPr bwMode="auto">
          <a:xfrm>
            <a:off x="1124712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1584125" name="Oval 877"/>
          <p:cNvSpPr/>
          <p:nvPr/>
        </p:nvSpPr>
        <p:spPr bwMode="auto">
          <a:xfrm>
            <a:off x="1124712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075705" name="Oval 878"/>
          <p:cNvSpPr/>
          <p:nvPr/>
        </p:nvSpPr>
        <p:spPr bwMode="auto">
          <a:xfrm>
            <a:off x="1124712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2005558" name="Oval 879"/>
          <p:cNvSpPr/>
          <p:nvPr/>
        </p:nvSpPr>
        <p:spPr bwMode="auto">
          <a:xfrm>
            <a:off x="1124712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5632105" name="Oval 880"/>
          <p:cNvSpPr/>
          <p:nvPr/>
        </p:nvSpPr>
        <p:spPr bwMode="auto">
          <a:xfrm>
            <a:off x="1124712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7187183" name="Oval 881"/>
          <p:cNvSpPr/>
          <p:nvPr/>
        </p:nvSpPr>
        <p:spPr bwMode="auto">
          <a:xfrm>
            <a:off x="1124712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0564886" name="Oval 882"/>
          <p:cNvSpPr/>
          <p:nvPr/>
        </p:nvSpPr>
        <p:spPr bwMode="auto">
          <a:xfrm>
            <a:off x="1152144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9951886" name="Oval 883"/>
          <p:cNvSpPr/>
          <p:nvPr/>
        </p:nvSpPr>
        <p:spPr bwMode="auto">
          <a:xfrm>
            <a:off x="1152144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3762575" name="Oval 884"/>
          <p:cNvSpPr/>
          <p:nvPr/>
        </p:nvSpPr>
        <p:spPr bwMode="auto">
          <a:xfrm>
            <a:off x="1152144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4303883" name="Oval 885"/>
          <p:cNvSpPr/>
          <p:nvPr/>
        </p:nvSpPr>
        <p:spPr bwMode="auto">
          <a:xfrm>
            <a:off x="1152144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4827876" name="Oval 886"/>
          <p:cNvSpPr/>
          <p:nvPr/>
        </p:nvSpPr>
        <p:spPr bwMode="auto">
          <a:xfrm>
            <a:off x="1152144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0535826" name="Oval 887"/>
          <p:cNvSpPr/>
          <p:nvPr/>
        </p:nvSpPr>
        <p:spPr bwMode="auto">
          <a:xfrm>
            <a:off x="1152144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618814" name="Oval 888"/>
          <p:cNvSpPr/>
          <p:nvPr/>
        </p:nvSpPr>
        <p:spPr bwMode="auto">
          <a:xfrm>
            <a:off x="1152144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2905141" name="Oval 889"/>
          <p:cNvSpPr/>
          <p:nvPr/>
        </p:nvSpPr>
        <p:spPr bwMode="auto">
          <a:xfrm>
            <a:off x="1152144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2599570" name="Oval 890"/>
          <p:cNvSpPr/>
          <p:nvPr/>
        </p:nvSpPr>
        <p:spPr bwMode="auto">
          <a:xfrm>
            <a:off x="1152144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6906454" name="Oval 891"/>
          <p:cNvSpPr/>
          <p:nvPr/>
        </p:nvSpPr>
        <p:spPr bwMode="auto">
          <a:xfrm>
            <a:off x="1152144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4344766" name="Oval 892"/>
          <p:cNvSpPr/>
          <p:nvPr/>
        </p:nvSpPr>
        <p:spPr bwMode="auto">
          <a:xfrm>
            <a:off x="1152144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1135689" name="Oval 893"/>
          <p:cNvSpPr/>
          <p:nvPr/>
        </p:nvSpPr>
        <p:spPr bwMode="auto">
          <a:xfrm>
            <a:off x="1152144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9957601" name="Oval 894"/>
          <p:cNvSpPr/>
          <p:nvPr/>
        </p:nvSpPr>
        <p:spPr bwMode="auto">
          <a:xfrm>
            <a:off x="1152144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8600475" name="Oval 895"/>
          <p:cNvSpPr/>
          <p:nvPr/>
        </p:nvSpPr>
        <p:spPr bwMode="auto">
          <a:xfrm>
            <a:off x="1161668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8076470" name="Oval 896"/>
          <p:cNvSpPr/>
          <p:nvPr/>
        </p:nvSpPr>
        <p:spPr bwMode="auto">
          <a:xfrm>
            <a:off x="1152144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0537667" name="Oval 897"/>
          <p:cNvSpPr/>
          <p:nvPr/>
        </p:nvSpPr>
        <p:spPr bwMode="auto">
          <a:xfrm>
            <a:off x="1152144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7606235" name="Oval 898"/>
          <p:cNvSpPr/>
          <p:nvPr/>
        </p:nvSpPr>
        <p:spPr bwMode="auto">
          <a:xfrm>
            <a:off x="1152144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9787561" name="Oval 899"/>
          <p:cNvSpPr/>
          <p:nvPr/>
        </p:nvSpPr>
        <p:spPr bwMode="auto">
          <a:xfrm>
            <a:off x="1152144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074789" name="Oval 900"/>
          <p:cNvSpPr/>
          <p:nvPr/>
        </p:nvSpPr>
        <p:spPr bwMode="auto">
          <a:xfrm>
            <a:off x="1152144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9652334" name="Oval 901"/>
          <p:cNvSpPr/>
          <p:nvPr/>
        </p:nvSpPr>
        <p:spPr bwMode="auto">
          <a:xfrm>
            <a:off x="1152144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1853665" name="Oval 902"/>
          <p:cNvSpPr/>
          <p:nvPr/>
        </p:nvSpPr>
        <p:spPr bwMode="auto">
          <a:xfrm>
            <a:off x="1152144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7431562" name="Oval 903"/>
          <p:cNvSpPr/>
          <p:nvPr/>
        </p:nvSpPr>
        <p:spPr bwMode="auto">
          <a:xfrm>
            <a:off x="1152144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2022634" name="Oval 904"/>
          <p:cNvSpPr/>
          <p:nvPr/>
        </p:nvSpPr>
        <p:spPr bwMode="auto">
          <a:xfrm>
            <a:off x="11795760" y="5486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5708411" name="Oval 905"/>
          <p:cNvSpPr/>
          <p:nvPr/>
        </p:nvSpPr>
        <p:spPr bwMode="auto">
          <a:xfrm>
            <a:off x="11795760" y="8229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782579" name="Oval 906"/>
          <p:cNvSpPr/>
          <p:nvPr/>
        </p:nvSpPr>
        <p:spPr bwMode="auto">
          <a:xfrm>
            <a:off x="11795760" y="10972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0802925" name="Oval 907"/>
          <p:cNvSpPr/>
          <p:nvPr/>
        </p:nvSpPr>
        <p:spPr bwMode="auto">
          <a:xfrm>
            <a:off x="11795760" y="13716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625477" name="Oval 908"/>
          <p:cNvSpPr/>
          <p:nvPr/>
        </p:nvSpPr>
        <p:spPr bwMode="auto">
          <a:xfrm>
            <a:off x="11795760" y="16459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330377" name="Oval 909"/>
          <p:cNvSpPr/>
          <p:nvPr/>
        </p:nvSpPr>
        <p:spPr bwMode="auto">
          <a:xfrm>
            <a:off x="11795760" y="19202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2453874" name="Oval 910"/>
          <p:cNvSpPr/>
          <p:nvPr/>
        </p:nvSpPr>
        <p:spPr bwMode="auto">
          <a:xfrm>
            <a:off x="11795760" y="21945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1288261" name="Oval 911"/>
          <p:cNvSpPr/>
          <p:nvPr/>
        </p:nvSpPr>
        <p:spPr bwMode="auto">
          <a:xfrm>
            <a:off x="11795760" y="24688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5055033" name="Oval 912"/>
          <p:cNvSpPr/>
          <p:nvPr/>
        </p:nvSpPr>
        <p:spPr bwMode="auto">
          <a:xfrm>
            <a:off x="11795760" y="27432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7784520" name="Oval 913"/>
          <p:cNvSpPr/>
          <p:nvPr/>
        </p:nvSpPr>
        <p:spPr bwMode="auto">
          <a:xfrm>
            <a:off x="11795760" y="301751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4395334" name="Oval 914"/>
          <p:cNvSpPr/>
          <p:nvPr/>
        </p:nvSpPr>
        <p:spPr bwMode="auto">
          <a:xfrm>
            <a:off x="11795760" y="32918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7979907" name="Oval 915"/>
          <p:cNvSpPr/>
          <p:nvPr/>
        </p:nvSpPr>
        <p:spPr bwMode="auto">
          <a:xfrm>
            <a:off x="11795760" y="35661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3628185" name="Oval 916"/>
          <p:cNvSpPr/>
          <p:nvPr/>
        </p:nvSpPr>
        <p:spPr bwMode="auto">
          <a:xfrm>
            <a:off x="11795760" y="38404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6159789" name="Oval 917"/>
          <p:cNvSpPr/>
          <p:nvPr/>
        </p:nvSpPr>
        <p:spPr bwMode="auto">
          <a:xfrm>
            <a:off x="11891009" y="41148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2370460" name="Oval 918"/>
          <p:cNvSpPr/>
          <p:nvPr/>
        </p:nvSpPr>
        <p:spPr bwMode="auto">
          <a:xfrm>
            <a:off x="11795760" y="43891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092487" name="Oval 919"/>
          <p:cNvSpPr/>
          <p:nvPr/>
        </p:nvSpPr>
        <p:spPr bwMode="auto">
          <a:xfrm>
            <a:off x="11795760" y="466344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3288520" name="Oval 920"/>
          <p:cNvSpPr/>
          <p:nvPr/>
        </p:nvSpPr>
        <p:spPr bwMode="auto">
          <a:xfrm>
            <a:off x="11795760" y="49377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9496645" name="Oval 921"/>
          <p:cNvSpPr/>
          <p:nvPr/>
        </p:nvSpPr>
        <p:spPr bwMode="auto">
          <a:xfrm>
            <a:off x="11795760" y="521208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4484050" name="Oval 922"/>
          <p:cNvSpPr/>
          <p:nvPr/>
        </p:nvSpPr>
        <p:spPr bwMode="auto">
          <a:xfrm>
            <a:off x="11795760" y="548640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194869" name="Oval 923"/>
          <p:cNvSpPr/>
          <p:nvPr/>
        </p:nvSpPr>
        <p:spPr bwMode="auto">
          <a:xfrm>
            <a:off x="11795760" y="576072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7465778" name="Oval 924"/>
          <p:cNvSpPr/>
          <p:nvPr/>
        </p:nvSpPr>
        <p:spPr bwMode="auto">
          <a:xfrm>
            <a:off x="11795760" y="6035039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1994613" name="Oval 925"/>
          <p:cNvSpPr/>
          <p:nvPr/>
        </p:nvSpPr>
        <p:spPr bwMode="auto">
          <a:xfrm>
            <a:off x="11795760" y="6309360"/>
            <a:ext cx="36576" cy="36576"/>
          </a:xfrm>
          <a:prstGeom prst="ellipse">
            <a:avLst/>
          </a:prstGeom>
          <a:solidFill>
            <a:srgbClr val="FFC64D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4576217" name="Oval 926"/>
          <p:cNvSpPr/>
          <p:nvPr/>
        </p:nvSpPr>
        <p:spPr bwMode="auto">
          <a:xfrm>
            <a:off x="7772400" y="-2743200"/>
            <a:ext cx="9144000" cy="9144000"/>
          </a:xfrm>
          <a:prstGeom prst="ellipse">
            <a:avLst/>
          </a:prstGeom>
          <a:solidFill>
            <a:srgbClr val="00E5B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5613811" name="TextBox 927"/>
          <p:cNvSpPr txBox="1"/>
          <p:nvPr/>
        </p:nvSpPr>
        <p:spPr bwMode="auto">
          <a:xfrm>
            <a:off x="822960" y="822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1" spc="400">
                <a:solidFill>
                  <a:srgbClr val="FFC64D"/>
                </a:solidFill>
                <a:latin typeface="Montserrat"/>
              </a:rPr>
              <a:t>DÉMO LIVE  ·  ET QUESTIONS</a:t>
            </a:r>
            <a:endParaRPr/>
          </a:p>
        </p:txBody>
      </p:sp>
      <p:sp>
        <p:nvSpPr>
          <p:cNvPr id="1480843158" name="TextBox 928"/>
          <p:cNvSpPr txBox="1"/>
          <p:nvPr/>
        </p:nvSpPr>
        <p:spPr bwMode="auto"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5800" b="1">
                <a:solidFill>
                  <a:srgbClr val="F5F7FA"/>
                </a:solidFill>
                <a:latin typeface="Montserrat"/>
              </a:rPr>
              <a:t>Place au dashboard.</a:t>
            </a:r>
            <a:endParaRPr/>
          </a:p>
        </p:txBody>
      </p:sp>
      <p:sp>
        <p:nvSpPr>
          <p:cNvPr id="1177177426" name="Rectangle 929"/>
          <p:cNvSpPr/>
          <p:nvPr/>
        </p:nvSpPr>
        <p:spPr bwMode="auto">
          <a:xfrm>
            <a:off x="868680" y="3200400"/>
            <a:ext cx="822960" cy="54864"/>
          </a:xfrm>
          <a:prstGeom prst="rect">
            <a:avLst/>
          </a:prstGeom>
          <a:solidFill>
            <a:srgbClr val="FFC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2686224" name="Rounded Rectangle 930"/>
          <p:cNvSpPr/>
          <p:nvPr/>
        </p:nvSpPr>
        <p:spPr bwMode="auto">
          <a:xfrm flipH="0" flipV="0">
            <a:off x="477225" y="3559302"/>
            <a:ext cx="11336823" cy="1371599"/>
          </a:xfrm>
          <a:prstGeom prst="roundRect">
            <a:avLst>
              <a:gd name="adj" fmla="val 16667"/>
            </a:avLst>
          </a:prstGeom>
          <a:solidFill>
            <a:srgbClr val="2A3366">
              <a:alpha val="55000"/>
            </a:srgbClr>
          </a:solidFill>
          <a:ln w="9525">
            <a:solidFill>
              <a:srgbClr val="333D6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788128" name="Rectangle 931"/>
          <p:cNvSpPr/>
          <p:nvPr/>
        </p:nvSpPr>
        <p:spPr bwMode="auto">
          <a:xfrm flipH="0" flipV="0">
            <a:off x="484632" y="3602735"/>
            <a:ext cx="54864" cy="132130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4757126" name="TextBox 942"/>
          <p:cNvSpPr txBox="1"/>
          <p:nvPr/>
        </p:nvSpPr>
        <p:spPr bwMode="auto"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/>
            </a:pPr>
            <a:r>
              <a:rPr sz="9200" b="1">
                <a:solidFill>
                  <a:srgbClr val="F5F7FA"/>
                </a:solidFill>
                <a:latin typeface="Montserrat"/>
              </a:rPr>
              <a:t>Merci.</a:t>
            </a:r>
            <a:endParaRPr/>
          </a:p>
        </p:txBody>
      </p:sp>
      <p:sp>
        <p:nvSpPr>
          <p:cNvPr id="1161459250" name="TextBox 943"/>
          <p:cNvSpPr txBox="1"/>
          <p:nvPr/>
        </p:nvSpPr>
        <p:spPr bwMode="auto"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 spc="300">
                <a:solidFill>
                  <a:srgbClr val="FFC64D"/>
                </a:solidFill>
                <a:latin typeface="Montserrat"/>
              </a:rPr>
              <a:t>Vos questions, maintenant.</a:t>
            </a:r>
            <a:endParaRPr/>
          </a:p>
        </p:txBody>
      </p:sp>
      <p:sp>
        <p:nvSpPr>
          <p:cNvPr id="698791221" name="Rounded Rectangle 944"/>
          <p:cNvSpPr/>
          <p:nvPr/>
        </p:nvSpPr>
        <p:spPr bwMode="auto">
          <a:xfrm>
            <a:off x="609447" y="3657600"/>
            <a:ext cx="2592324" cy="1188720"/>
          </a:xfrm>
          <a:prstGeom prst="roundRect">
            <a:avLst>
              <a:gd name="adj" fmla="val 6000"/>
            </a:avLst>
          </a:prstGeom>
          <a:solidFill>
            <a:srgbClr val="1C224A"/>
          </a:solidFill>
          <a:ln w="12700">
            <a:solidFill>
              <a:srgbClr val="33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1472654" name="Rectangle 945"/>
          <p:cNvSpPr/>
          <p:nvPr/>
        </p:nvSpPr>
        <p:spPr bwMode="auto">
          <a:xfrm>
            <a:off x="609447" y="3657600"/>
            <a:ext cx="73152" cy="1188720"/>
          </a:xfrm>
          <a:prstGeom prst="rect">
            <a:avLst/>
          </a:prstGeom>
          <a:solidFill>
            <a:srgbClr val="FFC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4136770" name="TextBox 946"/>
          <p:cNvSpPr txBox="1"/>
          <p:nvPr/>
        </p:nvSpPr>
        <p:spPr bwMode="auto">
          <a:xfrm>
            <a:off x="810615" y="3840480"/>
            <a:ext cx="21899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FFC64D"/>
                </a:solidFill>
                <a:latin typeface="Montserrat"/>
              </a:rPr>
              <a:t>NOTEBOOK</a:t>
            </a:r>
            <a:endParaRPr/>
          </a:p>
        </p:txBody>
      </p:sp>
      <p:sp>
        <p:nvSpPr>
          <p:cNvPr id="349304737" name="TextBox 947"/>
          <p:cNvSpPr txBox="1"/>
          <p:nvPr/>
        </p:nvSpPr>
        <p:spPr bwMode="auto">
          <a:xfrm>
            <a:off x="827531" y="4224528"/>
            <a:ext cx="218998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notebook/analyse.ipynb</a:t>
            </a:r>
            <a:endParaRPr/>
          </a:p>
        </p:txBody>
      </p:sp>
      <p:sp>
        <p:nvSpPr>
          <p:cNvPr id="39973868" name="Rounded Rectangle 948"/>
          <p:cNvSpPr/>
          <p:nvPr/>
        </p:nvSpPr>
        <p:spPr bwMode="auto">
          <a:xfrm>
            <a:off x="3402939" y="3657600"/>
            <a:ext cx="2592324" cy="1188720"/>
          </a:xfrm>
          <a:prstGeom prst="roundRect">
            <a:avLst>
              <a:gd name="adj" fmla="val 6000"/>
            </a:avLst>
          </a:prstGeom>
          <a:solidFill>
            <a:srgbClr val="1C224A"/>
          </a:solidFill>
          <a:ln w="12700">
            <a:solidFill>
              <a:srgbClr val="33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0716007" name="Rectangle 949"/>
          <p:cNvSpPr/>
          <p:nvPr/>
        </p:nvSpPr>
        <p:spPr bwMode="auto">
          <a:xfrm>
            <a:off x="3402939" y="3657600"/>
            <a:ext cx="73152" cy="1188720"/>
          </a:xfrm>
          <a:prstGeom prst="rect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9206763" name="TextBox 950"/>
          <p:cNvSpPr txBox="1"/>
          <p:nvPr/>
        </p:nvSpPr>
        <p:spPr bwMode="auto">
          <a:xfrm>
            <a:off x="3604107" y="3840480"/>
            <a:ext cx="21899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00E5B0"/>
                </a:solidFill>
                <a:latin typeface="Montserrat"/>
              </a:rPr>
              <a:t>STREAMLIT</a:t>
            </a:r>
            <a:endParaRPr/>
          </a:p>
        </p:txBody>
      </p:sp>
      <p:sp>
        <p:nvSpPr>
          <p:cNvPr id="571832880" name="TextBox 951"/>
          <p:cNvSpPr txBox="1"/>
          <p:nvPr/>
        </p:nvSpPr>
        <p:spPr bwMode="auto">
          <a:xfrm>
            <a:off x="3604107" y="4224528"/>
            <a:ext cx="218998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streamlit run app/app.py</a:t>
            </a:r>
            <a:endParaRPr/>
          </a:p>
        </p:txBody>
      </p:sp>
      <p:sp>
        <p:nvSpPr>
          <p:cNvPr id="406946721" name="Rounded Rectangle 952"/>
          <p:cNvSpPr/>
          <p:nvPr/>
        </p:nvSpPr>
        <p:spPr bwMode="auto">
          <a:xfrm>
            <a:off x="6196430" y="3584448"/>
            <a:ext cx="2592324" cy="1188720"/>
          </a:xfrm>
          <a:prstGeom prst="roundRect">
            <a:avLst>
              <a:gd name="adj" fmla="val 6000"/>
            </a:avLst>
          </a:prstGeom>
          <a:solidFill>
            <a:srgbClr val="1C224A"/>
          </a:solidFill>
          <a:ln w="12700">
            <a:solidFill>
              <a:srgbClr val="33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2961831" name="Rectangle 953"/>
          <p:cNvSpPr/>
          <p:nvPr/>
        </p:nvSpPr>
        <p:spPr bwMode="auto">
          <a:xfrm>
            <a:off x="6196431" y="3657600"/>
            <a:ext cx="73152" cy="1188720"/>
          </a:xfrm>
          <a:prstGeom prst="rect">
            <a:avLst/>
          </a:prstGeom>
          <a:solidFill>
            <a:srgbClr val="6E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4050067" name="TextBox 954"/>
          <p:cNvSpPr txBox="1"/>
          <p:nvPr/>
        </p:nvSpPr>
        <p:spPr bwMode="auto">
          <a:xfrm>
            <a:off x="6397599" y="3840480"/>
            <a:ext cx="21899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95FF"/>
                </a:solidFill>
                <a:latin typeface="Montserrat"/>
              </a:rPr>
              <a:t>DASH</a:t>
            </a:r>
            <a:endParaRPr/>
          </a:p>
        </p:txBody>
      </p:sp>
      <p:sp>
        <p:nvSpPr>
          <p:cNvPr id="831255062" name="TextBox 955"/>
          <p:cNvSpPr txBox="1"/>
          <p:nvPr/>
        </p:nvSpPr>
        <p:spPr bwMode="auto">
          <a:xfrm>
            <a:off x="6397599" y="4224528"/>
            <a:ext cx="218998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python dash_app/app_dash.py</a:t>
            </a:r>
            <a:endParaRPr/>
          </a:p>
        </p:txBody>
      </p:sp>
      <p:sp>
        <p:nvSpPr>
          <p:cNvPr id="603297407" name="Rounded Rectangle 956"/>
          <p:cNvSpPr/>
          <p:nvPr/>
        </p:nvSpPr>
        <p:spPr bwMode="auto">
          <a:xfrm>
            <a:off x="8989923" y="3657600"/>
            <a:ext cx="2592324" cy="1188720"/>
          </a:xfrm>
          <a:prstGeom prst="roundRect">
            <a:avLst>
              <a:gd name="adj" fmla="val 6000"/>
            </a:avLst>
          </a:prstGeom>
          <a:solidFill>
            <a:srgbClr val="1C224A"/>
          </a:solidFill>
          <a:ln w="12700">
            <a:solidFill>
              <a:srgbClr val="33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8372904" name="Rectangle 957"/>
          <p:cNvSpPr/>
          <p:nvPr/>
        </p:nvSpPr>
        <p:spPr bwMode="auto">
          <a:xfrm>
            <a:off x="8989923" y="3657600"/>
            <a:ext cx="73152" cy="1188720"/>
          </a:xfrm>
          <a:prstGeom prst="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7014236" name="TextBox 958"/>
          <p:cNvSpPr txBox="1"/>
          <p:nvPr/>
        </p:nvSpPr>
        <p:spPr bwMode="auto">
          <a:xfrm>
            <a:off x="9191091" y="3840480"/>
            <a:ext cx="21899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FF5C7A"/>
                </a:solidFill>
                <a:latin typeface="Montserrat"/>
              </a:rPr>
              <a:t>PLOTLY STUDIO</a:t>
            </a:r>
            <a:endParaRPr/>
          </a:p>
        </p:txBody>
      </p:sp>
      <p:sp>
        <p:nvSpPr>
          <p:cNvPr id="86636215" name="TextBox 959"/>
          <p:cNvSpPr txBox="1"/>
          <p:nvPr/>
        </p:nvSpPr>
        <p:spPr bwMode="auto">
          <a:xfrm>
            <a:off x="9191091" y="4224528"/>
            <a:ext cx="218998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F5F7FA"/>
                </a:solidFill>
                <a:latin typeface="Consolas"/>
              </a:rPr>
              <a:t>plotly_studio/*.json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2026-05-21T13:33:09Z</dcterms:modified>
  <cp:category/>
</cp:coreProperties>
</file>